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heme/themeOverride1.xml" ContentType="application/vnd.openxmlformats-officedocument.themeOverride+xml"/>
  <Override PartName="/ppt/theme/themeOverride2.xml" ContentType="application/vnd.openxmlformats-officedocument.themeOverr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0" r:id="rId3"/>
  </p:sldMasterIdLst>
  <p:notesMasterIdLst>
    <p:notesMasterId r:id="rId18"/>
  </p:notesMasterIdLst>
  <p:handoutMasterIdLst>
    <p:handoutMasterId r:id="rId19"/>
  </p:handoutMasterIdLst>
  <p:sldIdLst>
    <p:sldId id="1593" r:id="rId4"/>
    <p:sldId id="1578" r:id="rId5"/>
    <p:sldId id="1611" r:id="rId6"/>
    <p:sldId id="1619" r:id="rId7"/>
    <p:sldId id="1620" r:id="rId8"/>
    <p:sldId id="1612" r:id="rId9"/>
    <p:sldId id="1623" r:id="rId10"/>
    <p:sldId id="1624" r:id="rId11"/>
    <p:sldId id="1625" r:id="rId12"/>
    <p:sldId id="1626" r:id="rId13"/>
    <p:sldId id="1628" r:id="rId14"/>
    <p:sldId id="1627" r:id="rId15"/>
    <p:sldId id="1629" r:id="rId16"/>
    <p:sldId id="1618"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1B5A9"/>
    <a:srgbClr val="EDCA7F"/>
    <a:srgbClr val="8CB9C0"/>
    <a:srgbClr val="FBE0AF"/>
    <a:srgbClr val="FFCCCC"/>
    <a:srgbClr val="01B0F3"/>
    <a:srgbClr val="017E97"/>
    <a:srgbClr val="D62728"/>
    <a:srgbClr val="0E8088"/>
    <a:srgbClr val="DB434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F055D7C-91FE-1B4D-EEAD-3149C444A425}" v="8" dt="2025-11-27T16:29:29.808"/>
    <p1510:client id="{5646F55D-86DB-B4D0-CE33-FFA5D4C42E4C}" v="409" dt="2025-11-27T16:35:03.820"/>
    <p1510:client id="{6D8DA26C-6203-5972-1366-C70B48777752}" v="277" dt="2025-11-27T14:36:30.584"/>
    <p1510:client id="{DFD91A78-0BD4-4354-98EB-96AE0AA2E031}" v="76" dt="2025-11-27T16:47:45.6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notesMaster" Target="notesMasters/notesMaster1.xml"/><Relationship Id="rId3" Type="http://schemas.openxmlformats.org/officeDocument/2006/relationships/slideMaster" Target="slideMasters/slideMaster1.xml"/><Relationship Id="rId21"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 Type="http://schemas.openxmlformats.org/officeDocument/2006/relationships/customXml" Target="../customXml/item2.xml"/><Relationship Id="rId16" Type="http://schemas.openxmlformats.org/officeDocument/2006/relationships/slide" Target="slides/slide13.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microsoft.com/office/2015/10/relationships/revisionInfo" Target="revisionInfo.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handoutMaster" Target="handoutMasters/handout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2542AA-1119-AC4F-80D6-1C50FF90B62A}" type="doc">
      <dgm:prSet loTypeId="urn:microsoft.com/office/officeart/2005/8/layout/lProcess2" loCatId="" qsTypeId="urn:microsoft.com/office/officeart/2005/8/quickstyle/simple4" qsCatId="simple" csTypeId="urn:microsoft.com/office/officeart/2005/8/colors/accent1_2" csCatId="accent1" phldr="1"/>
      <dgm:spPr/>
    </dgm:pt>
    <dgm:pt modelId="{0E2C2B2F-FCA8-024B-8B2C-B4FEC51011EC}">
      <dgm:prSet phldrT="[Text]"/>
      <dgm:spPr/>
      <dgm:t>
        <a:bodyPr/>
        <a:lstStyle/>
        <a:p>
          <a:r>
            <a:rPr lang="en-GB"/>
            <a:t>DATA INGESTION LAYER</a:t>
          </a:r>
        </a:p>
      </dgm:t>
    </dgm:pt>
    <dgm:pt modelId="{EF727AD6-D06E-E94E-B943-3D68EE07F380}" type="parTrans" cxnId="{2F587B57-6769-1245-B2AE-5019E96867F2}">
      <dgm:prSet/>
      <dgm:spPr/>
      <dgm:t>
        <a:bodyPr/>
        <a:lstStyle/>
        <a:p>
          <a:endParaRPr lang="en-GB"/>
        </a:p>
      </dgm:t>
    </dgm:pt>
    <dgm:pt modelId="{3E21F017-0086-B94E-B5B2-3D5BD35A6A8F}" type="sibTrans" cxnId="{2F587B57-6769-1245-B2AE-5019E96867F2}">
      <dgm:prSet/>
      <dgm:spPr/>
      <dgm:t>
        <a:bodyPr/>
        <a:lstStyle/>
        <a:p>
          <a:endParaRPr lang="en-GB"/>
        </a:p>
      </dgm:t>
    </dgm:pt>
    <dgm:pt modelId="{619C8780-7380-B04D-A739-B0464E891376}">
      <dgm:prSet phldrT="[Text]"/>
      <dgm:spPr/>
      <dgm:t>
        <a:bodyPr/>
        <a:lstStyle/>
        <a:p>
          <a:r>
            <a:rPr lang="en-GB"/>
            <a:t>DIMENSIONAL DATA MODEL</a:t>
          </a:r>
        </a:p>
      </dgm:t>
    </dgm:pt>
    <dgm:pt modelId="{263D820E-BE42-1644-81A7-F50E1A2075DA}" type="parTrans" cxnId="{EA35D9C8-C989-CB4A-A016-0E00F88A8D6B}">
      <dgm:prSet/>
      <dgm:spPr/>
      <dgm:t>
        <a:bodyPr/>
        <a:lstStyle/>
        <a:p>
          <a:endParaRPr lang="en-GB"/>
        </a:p>
      </dgm:t>
    </dgm:pt>
    <dgm:pt modelId="{3A8378BC-5C4A-4047-A236-D7017CE937AC}" type="sibTrans" cxnId="{EA35D9C8-C989-CB4A-A016-0E00F88A8D6B}">
      <dgm:prSet/>
      <dgm:spPr/>
      <dgm:t>
        <a:bodyPr/>
        <a:lstStyle/>
        <a:p>
          <a:endParaRPr lang="en-GB"/>
        </a:p>
      </dgm:t>
    </dgm:pt>
    <dgm:pt modelId="{E359A3E0-ADD2-0A49-B867-EF4C5867BDAC}">
      <dgm:prSet phldrT="[Text]"/>
      <dgm:spPr/>
      <dgm:t>
        <a:bodyPr/>
        <a:lstStyle/>
        <a:p>
          <a:r>
            <a:rPr lang="en-GB"/>
            <a:t>MODEL EVALUATION</a:t>
          </a:r>
        </a:p>
      </dgm:t>
    </dgm:pt>
    <dgm:pt modelId="{4B3039A8-C612-EC4E-9833-BD70D68AC070}" type="parTrans" cxnId="{C2499C3A-FF53-584C-A307-91A1DDB90E43}">
      <dgm:prSet/>
      <dgm:spPr/>
      <dgm:t>
        <a:bodyPr/>
        <a:lstStyle/>
        <a:p>
          <a:endParaRPr lang="en-GB"/>
        </a:p>
      </dgm:t>
    </dgm:pt>
    <dgm:pt modelId="{8C41C13E-181B-2A47-9FE7-5549A7FE6A4A}" type="sibTrans" cxnId="{C2499C3A-FF53-584C-A307-91A1DDB90E43}">
      <dgm:prSet/>
      <dgm:spPr/>
      <dgm:t>
        <a:bodyPr/>
        <a:lstStyle/>
        <a:p>
          <a:endParaRPr lang="en-GB"/>
        </a:p>
      </dgm:t>
    </dgm:pt>
    <dgm:pt modelId="{52B2FC49-1643-4444-95BA-B14C4E42E2CE}">
      <dgm:prSet phldrT="[Text]"/>
      <dgm:spPr/>
      <dgm:t>
        <a:bodyPr/>
        <a:lstStyle/>
        <a:p>
          <a:r>
            <a:rPr lang="en-GB"/>
            <a:t>DATA PROCESSING LAYER(APACHE SPARK)</a:t>
          </a:r>
        </a:p>
      </dgm:t>
    </dgm:pt>
    <dgm:pt modelId="{01CB6710-7441-9944-8D2C-851CF00638BB}" type="parTrans" cxnId="{20B1A90B-5C00-504A-B63A-5254E948A889}">
      <dgm:prSet/>
      <dgm:spPr/>
      <dgm:t>
        <a:bodyPr/>
        <a:lstStyle/>
        <a:p>
          <a:endParaRPr lang="en-GB"/>
        </a:p>
      </dgm:t>
    </dgm:pt>
    <dgm:pt modelId="{22D04871-832D-CF49-945A-E9A4C77EDE57}" type="sibTrans" cxnId="{20B1A90B-5C00-504A-B63A-5254E948A889}">
      <dgm:prSet/>
      <dgm:spPr/>
      <dgm:t>
        <a:bodyPr/>
        <a:lstStyle/>
        <a:p>
          <a:endParaRPr lang="en-GB"/>
        </a:p>
      </dgm:t>
    </dgm:pt>
    <dgm:pt modelId="{795105E7-170B-8840-9314-6199E5B61F82}">
      <dgm:prSet phldrT="[Text]" custT="1"/>
      <dgm:spPr/>
      <dgm:t>
        <a:bodyPr/>
        <a:lstStyle/>
        <a:p>
          <a:r>
            <a:rPr lang="en-GB" sz="1050" dirty="0"/>
            <a:t>CSV DATA (NCR RIDES) </a:t>
          </a:r>
        </a:p>
      </dgm:t>
    </dgm:pt>
    <dgm:pt modelId="{D43B1D9F-484D-D245-AB6F-3C186834D438}" type="parTrans" cxnId="{FEDCDA53-E6ED-6149-A71C-5EAD4F75C408}">
      <dgm:prSet/>
      <dgm:spPr/>
      <dgm:t>
        <a:bodyPr/>
        <a:lstStyle/>
        <a:p>
          <a:endParaRPr lang="en-GB"/>
        </a:p>
      </dgm:t>
    </dgm:pt>
    <dgm:pt modelId="{05FCEE6B-83A5-1547-A10B-B5FE7527186E}" type="sibTrans" cxnId="{FEDCDA53-E6ED-6149-A71C-5EAD4F75C408}">
      <dgm:prSet/>
      <dgm:spPr/>
      <dgm:t>
        <a:bodyPr/>
        <a:lstStyle/>
        <a:p>
          <a:endParaRPr lang="en-GB"/>
        </a:p>
      </dgm:t>
    </dgm:pt>
    <dgm:pt modelId="{142E9713-CD87-8549-BB05-55C712D8A42A}">
      <dgm:prSet custT="1"/>
      <dgm:spPr/>
      <dgm:t>
        <a:bodyPr/>
        <a:lstStyle/>
        <a:p>
          <a:pPr>
            <a:buNone/>
          </a:pPr>
          <a:r>
            <a:rPr lang="en-IN" sz="900" b="0" i="0" err="1"/>
            <a:t>SparkSession</a:t>
          </a:r>
          <a:r>
            <a:rPr lang="en-IN" sz="900" b="0" i="0"/>
            <a:t> Configuration</a:t>
          </a:r>
          <a:endParaRPr lang="en-GB" sz="900"/>
        </a:p>
      </dgm:t>
    </dgm:pt>
    <dgm:pt modelId="{56E31CDE-66A4-3C44-998A-912D821AABC5}" type="parTrans" cxnId="{034DB5D5-FCE5-C241-A2F9-31EAD62A874D}">
      <dgm:prSet/>
      <dgm:spPr/>
      <dgm:t>
        <a:bodyPr/>
        <a:lstStyle/>
        <a:p>
          <a:endParaRPr lang="en-GB"/>
        </a:p>
      </dgm:t>
    </dgm:pt>
    <dgm:pt modelId="{6A8950ED-C4C5-8B43-BFC8-1A19DD898934}" type="sibTrans" cxnId="{034DB5D5-FCE5-C241-A2F9-31EAD62A874D}">
      <dgm:prSet/>
      <dgm:spPr/>
      <dgm:t>
        <a:bodyPr/>
        <a:lstStyle/>
        <a:p>
          <a:endParaRPr lang="en-GB"/>
        </a:p>
      </dgm:t>
    </dgm:pt>
    <dgm:pt modelId="{C0FF7513-1088-824E-8BFD-AAE483138762}">
      <dgm:prSet custT="1"/>
      <dgm:spPr/>
      <dgm:t>
        <a:bodyPr/>
        <a:lstStyle/>
        <a:p>
          <a:pPr>
            <a:buNone/>
          </a:pPr>
          <a:r>
            <a:rPr lang="en-IN" sz="900" b="0" i="0"/>
            <a:t>4GB Driver Memory, 4GB Executor, 2 Executor Cores, 200 Shuffle Partitions </a:t>
          </a:r>
          <a:endParaRPr lang="en-GB" sz="900"/>
        </a:p>
      </dgm:t>
    </dgm:pt>
    <dgm:pt modelId="{A3CEB270-71B2-D74D-91B8-E68A613EDF23}" type="parTrans" cxnId="{979189E6-43DB-D949-888E-08527FB656C5}">
      <dgm:prSet/>
      <dgm:spPr/>
      <dgm:t>
        <a:bodyPr/>
        <a:lstStyle/>
        <a:p>
          <a:endParaRPr lang="en-GB"/>
        </a:p>
      </dgm:t>
    </dgm:pt>
    <dgm:pt modelId="{4B598EEB-DF7F-334D-8855-42C40BBD8B01}" type="sibTrans" cxnId="{979189E6-43DB-D949-888E-08527FB656C5}">
      <dgm:prSet/>
      <dgm:spPr/>
      <dgm:t>
        <a:bodyPr/>
        <a:lstStyle/>
        <a:p>
          <a:endParaRPr lang="en-GB"/>
        </a:p>
      </dgm:t>
    </dgm:pt>
    <dgm:pt modelId="{CE2CC261-1878-A841-82B1-0A4B5D738F0A}">
      <dgm:prSet custT="1"/>
      <dgm:spPr/>
      <dgm:t>
        <a:bodyPr/>
        <a:lstStyle/>
        <a:p>
          <a:pPr>
            <a:buNone/>
          </a:pPr>
          <a:r>
            <a:rPr lang="en-GB" sz="900"/>
            <a:t>ETL Pipeline</a:t>
          </a:r>
        </a:p>
      </dgm:t>
    </dgm:pt>
    <dgm:pt modelId="{22B81FEA-6542-EF48-8FBB-CCBD220C91CB}" type="parTrans" cxnId="{DC9E4DA3-9C9A-A645-8AC2-57B65E977BC8}">
      <dgm:prSet/>
      <dgm:spPr/>
      <dgm:t>
        <a:bodyPr/>
        <a:lstStyle/>
        <a:p>
          <a:endParaRPr lang="en-GB"/>
        </a:p>
      </dgm:t>
    </dgm:pt>
    <dgm:pt modelId="{4DFF91FE-5B1B-AD46-AE21-908FF279800F}" type="sibTrans" cxnId="{DC9E4DA3-9C9A-A645-8AC2-57B65E977BC8}">
      <dgm:prSet/>
      <dgm:spPr/>
      <dgm:t>
        <a:bodyPr/>
        <a:lstStyle/>
        <a:p>
          <a:endParaRPr lang="en-GB"/>
        </a:p>
      </dgm:t>
    </dgm:pt>
    <dgm:pt modelId="{32253E76-8D0E-DB46-801B-41EDD74A56FD}">
      <dgm:prSet custT="1"/>
      <dgm:spPr/>
      <dgm:t>
        <a:bodyPr/>
        <a:lstStyle/>
        <a:p>
          <a:pPr>
            <a:buNone/>
          </a:pPr>
          <a:r>
            <a:rPr lang="en-IN" sz="900" b="0" i="0"/>
            <a:t>Data Loading &amp; Schema Validation </a:t>
          </a:r>
          <a:endParaRPr lang="en-GB" sz="900"/>
        </a:p>
      </dgm:t>
    </dgm:pt>
    <dgm:pt modelId="{0F4C19A7-EC50-CD47-B756-F25F3D4517C6}" type="parTrans" cxnId="{DC737977-0E20-8C4E-A84E-C815C01A90EE}">
      <dgm:prSet/>
      <dgm:spPr/>
      <dgm:t>
        <a:bodyPr/>
        <a:lstStyle/>
        <a:p>
          <a:endParaRPr lang="en-GB"/>
        </a:p>
      </dgm:t>
    </dgm:pt>
    <dgm:pt modelId="{AF56349B-8D89-304C-874B-68FBE7110809}" type="sibTrans" cxnId="{DC737977-0E20-8C4E-A84E-C815C01A90EE}">
      <dgm:prSet/>
      <dgm:spPr/>
      <dgm:t>
        <a:bodyPr/>
        <a:lstStyle/>
        <a:p>
          <a:endParaRPr lang="en-GB"/>
        </a:p>
      </dgm:t>
    </dgm:pt>
    <dgm:pt modelId="{80826B9A-C892-B846-88D8-61DCBC9B18CC}">
      <dgm:prSet custT="1"/>
      <dgm:spPr/>
      <dgm:t>
        <a:bodyPr/>
        <a:lstStyle/>
        <a:p>
          <a:pPr>
            <a:buNone/>
          </a:pPr>
          <a:r>
            <a:rPr lang="en-IN" sz="900" b="0" i="0"/>
            <a:t>Timestamp Merging (Date + Time) </a:t>
          </a:r>
          <a:endParaRPr lang="en-GB" sz="900"/>
        </a:p>
      </dgm:t>
    </dgm:pt>
    <dgm:pt modelId="{C0A00245-E56C-0946-A8F9-4D9D0E78B5C4}" type="parTrans" cxnId="{42E09DBA-6943-6A40-940F-6E0DAC473B5F}">
      <dgm:prSet/>
      <dgm:spPr/>
      <dgm:t>
        <a:bodyPr/>
        <a:lstStyle/>
        <a:p>
          <a:endParaRPr lang="en-GB"/>
        </a:p>
      </dgm:t>
    </dgm:pt>
    <dgm:pt modelId="{B7146948-881D-2542-971B-B19DFDCA9859}" type="sibTrans" cxnId="{42E09DBA-6943-6A40-940F-6E0DAC473B5F}">
      <dgm:prSet/>
      <dgm:spPr/>
      <dgm:t>
        <a:bodyPr/>
        <a:lstStyle/>
        <a:p>
          <a:endParaRPr lang="en-GB"/>
        </a:p>
      </dgm:t>
    </dgm:pt>
    <dgm:pt modelId="{A79349CC-3ADD-C149-AB4D-BFAE57AC9896}">
      <dgm:prSet custT="1"/>
      <dgm:spPr/>
      <dgm:t>
        <a:bodyPr/>
        <a:lstStyle/>
        <a:p>
          <a:pPr>
            <a:buNone/>
          </a:pPr>
          <a:r>
            <a:rPr lang="en-IN" sz="900" b="0" i="0"/>
            <a:t>Null Value Handling </a:t>
          </a:r>
          <a:endParaRPr lang="en-GB" sz="900"/>
        </a:p>
      </dgm:t>
    </dgm:pt>
    <dgm:pt modelId="{BF246DBB-5D43-5148-AF66-2F097642E530}" type="parTrans" cxnId="{BD71B28F-B967-B846-B23A-5D1DC98604F3}">
      <dgm:prSet/>
      <dgm:spPr/>
      <dgm:t>
        <a:bodyPr/>
        <a:lstStyle/>
        <a:p>
          <a:endParaRPr lang="en-GB"/>
        </a:p>
      </dgm:t>
    </dgm:pt>
    <dgm:pt modelId="{2F61B9E6-B870-AD45-9F4C-9F490B28DFC0}" type="sibTrans" cxnId="{BD71B28F-B967-B846-B23A-5D1DC98604F3}">
      <dgm:prSet/>
      <dgm:spPr/>
      <dgm:t>
        <a:bodyPr/>
        <a:lstStyle/>
        <a:p>
          <a:endParaRPr lang="en-GB"/>
        </a:p>
      </dgm:t>
    </dgm:pt>
    <dgm:pt modelId="{69DD2BDA-FFFA-D14F-BFB1-54D313099EF6}">
      <dgm:prSet custT="1"/>
      <dgm:spPr/>
      <dgm:t>
        <a:bodyPr/>
        <a:lstStyle/>
        <a:p>
          <a:pPr>
            <a:buNone/>
          </a:pPr>
          <a:r>
            <a:rPr lang="en-IN" sz="900" b="0" i="0"/>
            <a:t>Type Casting (String → Double) </a:t>
          </a:r>
          <a:endParaRPr lang="en-GB" sz="900"/>
        </a:p>
      </dgm:t>
    </dgm:pt>
    <dgm:pt modelId="{2187E75A-3D40-8748-A39D-2A91AEEBF5DB}" type="parTrans" cxnId="{8B634356-8CE8-F149-AA67-369BF9EDC269}">
      <dgm:prSet/>
      <dgm:spPr/>
      <dgm:t>
        <a:bodyPr/>
        <a:lstStyle/>
        <a:p>
          <a:endParaRPr lang="en-GB"/>
        </a:p>
      </dgm:t>
    </dgm:pt>
    <dgm:pt modelId="{7E8E87A8-C53A-F04B-9B51-73212101FCC5}" type="sibTrans" cxnId="{8B634356-8CE8-F149-AA67-369BF9EDC269}">
      <dgm:prSet/>
      <dgm:spPr/>
      <dgm:t>
        <a:bodyPr/>
        <a:lstStyle/>
        <a:p>
          <a:endParaRPr lang="en-GB"/>
        </a:p>
      </dgm:t>
    </dgm:pt>
    <dgm:pt modelId="{2AFA506E-DD3F-894D-909E-3F50D787633B}">
      <dgm:prSet custT="1"/>
      <dgm:spPr/>
      <dgm:t>
        <a:bodyPr/>
        <a:lstStyle/>
        <a:p>
          <a:pPr>
            <a:buNone/>
          </a:pPr>
          <a:r>
            <a:rPr lang="en-IN" sz="900" b="0" i="0"/>
            <a:t>Type Casting (String → Double) </a:t>
          </a:r>
          <a:endParaRPr lang="en-GB" sz="900"/>
        </a:p>
      </dgm:t>
    </dgm:pt>
    <dgm:pt modelId="{99A0C9FD-DDD4-8842-870B-FEDD745F63DE}" type="parTrans" cxnId="{3535D76E-0B02-814D-BAD8-4946753BC0AF}">
      <dgm:prSet/>
      <dgm:spPr/>
      <dgm:t>
        <a:bodyPr/>
        <a:lstStyle/>
        <a:p>
          <a:endParaRPr lang="en-GB"/>
        </a:p>
      </dgm:t>
    </dgm:pt>
    <dgm:pt modelId="{3AC52DE0-C44E-BA42-8327-2EF9DF976142}" type="sibTrans" cxnId="{3535D76E-0B02-814D-BAD8-4946753BC0AF}">
      <dgm:prSet/>
      <dgm:spPr/>
      <dgm:t>
        <a:bodyPr/>
        <a:lstStyle/>
        <a:p>
          <a:endParaRPr lang="en-GB"/>
        </a:p>
      </dgm:t>
    </dgm:pt>
    <dgm:pt modelId="{69864401-814B-6E4C-9764-C5D5CEFFF73F}">
      <dgm:prSet phldrT="[Text]"/>
      <dgm:spPr/>
      <dgm:t>
        <a:bodyPr/>
        <a:lstStyle/>
        <a:p>
          <a:pPr>
            <a:buNone/>
          </a:pPr>
          <a:r>
            <a:rPr lang="en-IN" b="0" i="0"/>
            <a:t>dim_customer </a:t>
          </a:r>
          <a:endParaRPr lang="en-GB"/>
        </a:p>
      </dgm:t>
    </dgm:pt>
    <dgm:pt modelId="{248024C3-F2FD-5A47-8C84-287F4643CD27}" type="parTrans" cxnId="{E3B71489-8EC5-914A-AC2E-3C5EAD79D45F}">
      <dgm:prSet/>
      <dgm:spPr/>
      <dgm:t>
        <a:bodyPr/>
        <a:lstStyle/>
        <a:p>
          <a:endParaRPr lang="en-GB"/>
        </a:p>
      </dgm:t>
    </dgm:pt>
    <dgm:pt modelId="{4A001C19-B8FD-1E43-9DB9-2C1A0EF8CFA7}" type="sibTrans" cxnId="{E3B71489-8EC5-914A-AC2E-3C5EAD79D45F}">
      <dgm:prSet/>
      <dgm:spPr/>
      <dgm:t>
        <a:bodyPr/>
        <a:lstStyle/>
        <a:p>
          <a:endParaRPr lang="en-GB"/>
        </a:p>
      </dgm:t>
    </dgm:pt>
    <dgm:pt modelId="{F5A425BF-4804-AB4E-9433-EAAAA98382F2}">
      <dgm:prSet phldrT="[Text]"/>
      <dgm:spPr/>
      <dgm:t>
        <a:bodyPr/>
        <a:lstStyle/>
        <a:p>
          <a:pPr>
            <a:buNone/>
          </a:pPr>
          <a:r>
            <a:rPr lang="en-IN" b="0" i="0"/>
            <a:t>Customer ID </a:t>
          </a:r>
          <a:endParaRPr lang="en-GB"/>
        </a:p>
      </dgm:t>
    </dgm:pt>
    <dgm:pt modelId="{B3063258-499C-5E41-8DAE-711965D621DA}" type="parTrans" cxnId="{6B7798C8-8BF3-864E-BCF1-85882A57C358}">
      <dgm:prSet/>
      <dgm:spPr/>
      <dgm:t>
        <a:bodyPr/>
        <a:lstStyle/>
        <a:p>
          <a:endParaRPr lang="en-GB"/>
        </a:p>
      </dgm:t>
    </dgm:pt>
    <dgm:pt modelId="{1113C07A-06B2-1142-8CA0-BE15E853B14A}" type="sibTrans" cxnId="{6B7798C8-8BF3-864E-BCF1-85882A57C358}">
      <dgm:prSet/>
      <dgm:spPr/>
      <dgm:t>
        <a:bodyPr/>
        <a:lstStyle/>
        <a:p>
          <a:endParaRPr lang="en-GB"/>
        </a:p>
      </dgm:t>
    </dgm:pt>
    <dgm:pt modelId="{12763C78-98F3-9846-B521-2DFE747CCB32}">
      <dgm:prSet phldrT="[Text]"/>
      <dgm:spPr/>
      <dgm:t>
        <a:bodyPr/>
        <a:lstStyle/>
        <a:p>
          <a:pPr>
            <a:buNone/>
          </a:pPr>
          <a:r>
            <a:rPr lang="en-IN" b="0" i="0"/>
            <a:t>Ratings </a:t>
          </a:r>
          <a:endParaRPr lang="en-GB"/>
        </a:p>
      </dgm:t>
    </dgm:pt>
    <dgm:pt modelId="{0CD04C3C-BD0E-8946-BB42-6CF697FE772F}" type="parTrans" cxnId="{CE506F1E-29EE-5D41-9FF0-D9934B2D1C70}">
      <dgm:prSet/>
      <dgm:spPr/>
      <dgm:t>
        <a:bodyPr/>
        <a:lstStyle/>
        <a:p>
          <a:endParaRPr lang="en-GB"/>
        </a:p>
      </dgm:t>
    </dgm:pt>
    <dgm:pt modelId="{D91F9581-7132-E742-8C8D-719C96AD4C41}" type="sibTrans" cxnId="{CE506F1E-29EE-5D41-9FF0-D9934B2D1C70}">
      <dgm:prSet/>
      <dgm:spPr/>
      <dgm:t>
        <a:bodyPr/>
        <a:lstStyle/>
        <a:p>
          <a:endParaRPr lang="en-GB"/>
        </a:p>
      </dgm:t>
    </dgm:pt>
    <dgm:pt modelId="{B9BD3558-51A4-9140-BE4F-7379735B3F4C}">
      <dgm:prSet phldrT="[Text]"/>
      <dgm:spPr/>
      <dgm:t>
        <a:bodyPr/>
        <a:lstStyle/>
        <a:p>
          <a:pPr>
            <a:buNone/>
          </a:pPr>
          <a:r>
            <a:rPr lang="en-IN" b="0" i="0"/>
            <a:t>dim_vehicle </a:t>
          </a:r>
          <a:endParaRPr lang="en-GB"/>
        </a:p>
      </dgm:t>
    </dgm:pt>
    <dgm:pt modelId="{6F08D336-ECCD-C747-B219-C878BC6B8D1C}" type="parTrans" cxnId="{F555C50D-2EBB-5F47-8AE8-F85BD696256E}">
      <dgm:prSet/>
      <dgm:spPr/>
      <dgm:t>
        <a:bodyPr/>
        <a:lstStyle/>
        <a:p>
          <a:endParaRPr lang="en-GB"/>
        </a:p>
      </dgm:t>
    </dgm:pt>
    <dgm:pt modelId="{9AA55D84-A948-534B-8CBC-EAF89A9EA7AA}" type="sibTrans" cxnId="{F555C50D-2EBB-5F47-8AE8-F85BD696256E}">
      <dgm:prSet/>
      <dgm:spPr/>
      <dgm:t>
        <a:bodyPr/>
        <a:lstStyle/>
        <a:p>
          <a:endParaRPr lang="en-GB"/>
        </a:p>
      </dgm:t>
    </dgm:pt>
    <dgm:pt modelId="{F6998733-69B1-484D-99E6-877881337A65}">
      <dgm:prSet phldrT="[Text]"/>
      <dgm:spPr/>
      <dgm:t>
        <a:bodyPr/>
        <a:lstStyle/>
        <a:p>
          <a:pPr>
            <a:buNone/>
          </a:pPr>
          <a:r>
            <a:rPr lang="en-IN" b="0" i="0"/>
            <a:t>Vehicle Type </a:t>
          </a:r>
          <a:endParaRPr lang="en-GB"/>
        </a:p>
      </dgm:t>
    </dgm:pt>
    <dgm:pt modelId="{5EBB2C36-495E-EB42-931A-C388B74C086F}" type="parTrans" cxnId="{8417257F-F09E-8E43-BD9F-08E4D332E544}">
      <dgm:prSet/>
      <dgm:spPr/>
      <dgm:t>
        <a:bodyPr/>
        <a:lstStyle/>
        <a:p>
          <a:endParaRPr lang="en-GB"/>
        </a:p>
      </dgm:t>
    </dgm:pt>
    <dgm:pt modelId="{B0C0098C-3379-2D4A-9EBF-5A0F08A6150C}" type="sibTrans" cxnId="{8417257F-F09E-8E43-BD9F-08E4D332E544}">
      <dgm:prSet/>
      <dgm:spPr/>
      <dgm:t>
        <a:bodyPr/>
        <a:lstStyle/>
        <a:p>
          <a:endParaRPr lang="en-GB"/>
        </a:p>
      </dgm:t>
    </dgm:pt>
    <dgm:pt modelId="{2B57AC44-6B9B-CB40-A04E-6A95867798E6}">
      <dgm:prSet phldrT="[Text]"/>
      <dgm:spPr/>
      <dgm:t>
        <a:bodyPr/>
        <a:lstStyle/>
        <a:p>
          <a:pPr>
            <a:buNone/>
          </a:pPr>
          <a:r>
            <a:rPr lang="en-IN" b="0" i="0"/>
            <a:t>dim_location </a:t>
          </a:r>
          <a:endParaRPr lang="en-GB"/>
        </a:p>
      </dgm:t>
    </dgm:pt>
    <dgm:pt modelId="{465CCC96-5BD0-9248-932F-F07C5F55FF73}" type="parTrans" cxnId="{6E44C77A-CF4C-044A-89E7-D6E1544CFCEA}">
      <dgm:prSet/>
      <dgm:spPr/>
      <dgm:t>
        <a:bodyPr/>
        <a:lstStyle/>
        <a:p>
          <a:endParaRPr lang="en-GB"/>
        </a:p>
      </dgm:t>
    </dgm:pt>
    <dgm:pt modelId="{E868A505-54BD-6C4C-B88B-8F4DBB7FDA4A}" type="sibTrans" cxnId="{6E44C77A-CF4C-044A-89E7-D6E1544CFCEA}">
      <dgm:prSet/>
      <dgm:spPr/>
      <dgm:t>
        <a:bodyPr/>
        <a:lstStyle/>
        <a:p>
          <a:endParaRPr lang="en-GB"/>
        </a:p>
      </dgm:t>
    </dgm:pt>
    <dgm:pt modelId="{2F544D26-4280-6749-9EF3-6F6492D621BE}">
      <dgm:prSet phldrT="[Text]"/>
      <dgm:spPr/>
      <dgm:t>
        <a:bodyPr/>
        <a:lstStyle/>
        <a:p>
          <a:pPr>
            <a:buNone/>
          </a:pPr>
          <a:r>
            <a:rPr lang="en-IN" b="0" i="0"/>
            <a:t>Pickup Loc</a:t>
          </a:r>
          <a:endParaRPr lang="en-GB"/>
        </a:p>
      </dgm:t>
    </dgm:pt>
    <dgm:pt modelId="{B1F36025-B824-EA4E-9029-FD4CBB10AE6A}" type="parTrans" cxnId="{6E589B44-B81E-1644-91EF-2B4B54831467}">
      <dgm:prSet/>
      <dgm:spPr/>
      <dgm:t>
        <a:bodyPr/>
        <a:lstStyle/>
        <a:p>
          <a:endParaRPr lang="en-GB"/>
        </a:p>
      </dgm:t>
    </dgm:pt>
    <dgm:pt modelId="{ACB76776-972C-FF4E-A378-F8159581BE05}" type="sibTrans" cxnId="{6E589B44-B81E-1644-91EF-2B4B54831467}">
      <dgm:prSet/>
      <dgm:spPr/>
      <dgm:t>
        <a:bodyPr/>
        <a:lstStyle/>
        <a:p>
          <a:endParaRPr lang="en-GB"/>
        </a:p>
      </dgm:t>
    </dgm:pt>
    <dgm:pt modelId="{C5B8FA0B-F2A8-AE40-9103-2F30735A73DF}">
      <dgm:prSet phldrT="[Text]"/>
      <dgm:spPr/>
      <dgm:t>
        <a:bodyPr/>
        <a:lstStyle/>
        <a:p>
          <a:pPr>
            <a:buNone/>
          </a:pPr>
          <a:r>
            <a:rPr lang="en-IN" b="0" i="0"/>
            <a:t>Drop Loc </a:t>
          </a:r>
          <a:endParaRPr lang="en-GB"/>
        </a:p>
      </dgm:t>
    </dgm:pt>
    <dgm:pt modelId="{657EFE0C-5248-F64B-B50B-BEBF7C015C5F}" type="parTrans" cxnId="{5EE88C8F-1927-A044-9507-025465A7B390}">
      <dgm:prSet/>
      <dgm:spPr/>
      <dgm:t>
        <a:bodyPr/>
        <a:lstStyle/>
        <a:p>
          <a:endParaRPr lang="en-GB"/>
        </a:p>
      </dgm:t>
    </dgm:pt>
    <dgm:pt modelId="{BEB2FBFF-3E4F-5241-A4FE-2EA82E0A89BD}" type="sibTrans" cxnId="{5EE88C8F-1927-A044-9507-025465A7B390}">
      <dgm:prSet/>
      <dgm:spPr/>
      <dgm:t>
        <a:bodyPr/>
        <a:lstStyle/>
        <a:p>
          <a:endParaRPr lang="en-GB"/>
        </a:p>
      </dgm:t>
    </dgm:pt>
    <dgm:pt modelId="{1CB6E683-5242-E249-AF84-6E0FBFD44957}">
      <dgm:prSet phldrT="[Text]"/>
      <dgm:spPr/>
      <dgm:t>
        <a:bodyPr/>
        <a:lstStyle/>
        <a:p>
          <a:pPr>
            <a:buNone/>
          </a:pPr>
          <a:r>
            <a:rPr lang="en-IN" b="0" i="0"/>
            <a:t>facts_rides (Fact Table) </a:t>
          </a:r>
          <a:endParaRPr lang="en-GB"/>
        </a:p>
      </dgm:t>
    </dgm:pt>
    <dgm:pt modelId="{8CAC34F7-2CD7-F542-A590-59D22370E3F3}" type="parTrans" cxnId="{CE6E8302-AB2E-364B-84B0-017D05F551DF}">
      <dgm:prSet/>
      <dgm:spPr/>
      <dgm:t>
        <a:bodyPr/>
        <a:lstStyle/>
        <a:p>
          <a:endParaRPr lang="en-GB"/>
        </a:p>
      </dgm:t>
    </dgm:pt>
    <dgm:pt modelId="{4800AAD9-53B9-154D-8AB3-97DF88B30BFD}" type="sibTrans" cxnId="{CE6E8302-AB2E-364B-84B0-017D05F551DF}">
      <dgm:prSet/>
      <dgm:spPr/>
      <dgm:t>
        <a:bodyPr/>
        <a:lstStyle/>
        <a:p>
          <a:endParaRPr lang="en-GB"/>
        </a:p>
      </dgm:t>
    </dgm:pt>
    <dgm:pt modelId="{F4922F2B-31E9-CF44-9C31-51AEBCC2FDDB}">
      <dgm:prSet phldrT="[Text]"/>
      <dgm:spPr/>
      <dgm:t>
        <a:bodyPr/>
        <a:lstStyle/>
        <a:p>
          <a:pPr>
            <a:buNone/>
          </a:pPr>
          <a:r>
            <a:rPr lang="en-IN" b="0" i="0"/>
            <a:t>Customer ID , Vehicle Type , Pic, kup Location , Avg CTAT </a:t>
          </a:r>
          <a:endParaRPr lang="en-GB"/>
        </a:p>
      </dgm:t>
    </dgm:pt>
    <dgm:pt modelId="{EFAE9D7A-B27C-6643-B6C1-C13786C8238A}" type="parTrans" cxnId="{FCD65865-0AA8-0C47-9FAB-008D6EACFD22}">
      <dgm:prSet/>
      <dgm:spPr/>
      <dgm:t>
        <a:bodyPr/>
        <a:lstStyle/>
        <a:p>
          <a:endParaRPr lang="en-GB"/>
        </a:p>
      </dgm:t>
    </dgm:pt>
    <dgm:pt modelId="{86C1C97F-DD3D-FD47-9BC5-5B22C2195EE6}" type="sibTrans" cxnId="{FCD65865-0AA8-0C47-9FAB-008D6EACFD22}">
      <dgm:prSet/>
      <dgm:spPr/>
      <dgm:t>
        <a:bodyPr/>
        <a:lstStyle/>
        <a:p>
          <a:endParaRPr lang="en-GB"/>
        </a:p>
      </dgm:t>
    </dgm:pt>
    <dgm:pt modelId="{CC4141BB-25A7-984B-8206-A84722014E45}">
      <dgm:prSet phldrT="[Text]"/>
      <dgm:spPr/>
      <dgm:t>
        <a:bodyPr/>
        <a:lstStyle/>
        <a:p>
          <a:pPr>
            <a:buNone/>
          </a:pPr>
          <a:r>
            <a:rPr lang="en-IN" b="0" i="0"/>
            <a:t>RideCompleted (Target)</a:t>
          </a:r>
          <a:endParaRPr lang="en-GB"/>
        </a:p>
      </dgm:t>
    </dgm:pt>
    <dgm:pt modelId="{8BFF8585-0D9B-7B46-9B95-B6204C598777}" type="parTrans" cxnId="{79BEC680-E433-E440-8F0A-94116B91EC1D}">
      <dgm:prSet/>
      <dgm:spPr/>
      <dgm:t>
        <a:bodyPr/>
        <a:lstStyle/>
        <a:p>
          <a:endParaRPr lang="en-GB"/>
        </a:p>
      </dgm:t>
    </dgm:pt>
    <dgm:pt modelId="{4180E24B-90EB-7845-8FAF-3B13618E60F9}" type="sibTrans" cxnId="{79BEC680-E433-E440-8F0A-94116B91EC1D}">
      <dgm:prSet/>
      <dgm:spPr/>
      <dgm:t>
        <a:bodyPr/>
        <a:lstStyle/>
        <a:p>
          <a:endParaRPr lang="en-GB"/>
        </a:p>
      </dgm:t>
    </dgm:pt>
    <dgm:pt modelId="{E892B5A5-3DAE-5145-B2DD-16A24F692E7D}">
      <dgm:prSet phldrT="[Text]"/>
      <dgm:spPr/>
      <dgm:t>
        <a:bodyPr/>
        <a:lstStyle/>
        <a:p>
          <a:pPr>
            <a:buNone/>
          </a:pPr>
          <a:r>
            <a:rPr lang="en-IN" b="0" i="0"/>
            <a:t>Matplotlib/Seaborn Viz </a:t>
          </a:r>
          <a:endParaRPr lang="en-GB"/>
        </a:p>
      </dgm:t>
    </dgm:pt>
    <dgm:pt modelId="{3D6F22E7-F9AC-C24A-8CA8-BD5F58E5DFD1}" type="parTrans" cxnId="{96C835F5-F593-B846-BE5F-28BB55431606}">
      <dgm:prSet/>
      <dgm:spPr/>
      <dgm:t>
        <a:bodyPr/>
        <a:lstStyle/>
        <a:p>
          <a:endParaRPr lang="en-GB"/>
        </a:p>
      </dgm:t>
    </dgm:pt>
    <dgm:pt modelId="{D235FF1F-FD61-E140-8A3D-242789927DC1}" type="sibTrans" cxnId="{96C835F5-F593-B846-BE5F-28BB55431606}">
      <dgm:prSet/>
      <dgm:spPr/>
      <dgm:t>
        <a:bodyPr/>
        <a:lstStyle/>
        <a:p>
          <a:endParaRPr lang="en-GB"/>
        </a:p>
      </dgm:t>
    </dgm:pt>
    <dgm:pt modelId="{E0F27D3D-F840-F844-AE40-D8FC319DE26B}">
      <dgm:prSet phldrT="[Text]"/>
      <dgm:spPr/>
      <dgm:t>
        <a:bodyPr/>
        <a:lstStyle/>
        <a:p>
          <a:pPr>
            <a:buNone/>
          </a:pPr>
          <a:r>
            <a:rPr lang="en-IN" b="0" i="0"/>
            <a:t>Temporal Patterns</a:t>
          </a:r>
          <a:endParaRPr lang="en-GB"/>
        </a:p>
      </dgm:t>
    </dgm:pt>
    <dgm:pt modelId="{C691294A-E583-F14A-9DCD-36BD1D9B7DDE}" type="parTrans" cxnId="{50F81E1D-59F7-A843-B574-7CDD4C598FCE}">
      <dgm:prSet/>
      <dgm:spPr/>
      <dgm:t>
        <a:bodyPr/>
        <a:lstStyle/>
        <a:p>
          <a:endParaRPr lang="en-GB"/>
        </a:p>
      </dgm:t>
    </dgm:pt>
    <dgm:pt modelId="{ACABA0CA-4B80-4B40-85F9-B57C8E8710FB}" type="sibTrans" cxnId="{50F81E1D-59F7-A843-B574-7CDD4C598FCE}">
      <dgm:prSet/>
      <dgm:spPr/>
      <dgm:t>
        <a:bodyPr/>
        <a:lstStyle/>
        <a:p>
          <a:endParaRPr lang="en-GB"/>
        </a:p>
      </dgm:t>
    </dgm:pt>
    <dgm:pt modelId="{66BEAA57-B311-344D-86C6-227DED140233}">
      <dgm:prSet phldrT="[Text]"/>
      <dgm:spPr/>
      <dgm:t>
        <a:bodyPr/>
        <a:lstStyle/>
        <a:p>
          <a:pPr>
            <a:buNone/>
          </a:pPr>
          <a:r>
            <a:rPr lang="en-GB"/>
            <a:t>EDA</a:t>
          </a:r>
        </a:p>
      </dgm:t>
    </dgm:pt>
    <dgm:pt modelId="{76F950F1-2C56-3F4A-AE9D-CF48E4D99242}" type="parTrans" cxnId="{17A69865-9E9C-CD4A-B7EB-1014FB0BD72A}">
      <dgm:prSet/>
      <dgm:spPr/>
      <dgm:t>
        <a:bodyPr/>
        <a:lstStyle/>
        <a:p>
          <a:endParaRPr lang="en-GB"/>
        </a:p>
      </dgm:t>
    </dgm:pt>
    <dgm:pt modelId="{0327B544-25EC-1E44-B445-C6FE08CAB7BF}" type="sibTrans" cxnId="{17A69865-9E9C-CD4A-B7EB-1014FB0BD72A}">
      <dgm:prSet/>
      <dgm:spPr/>
      <dgm:t>
        <a:bodyPr/>
        <a:lstStyle/>
        <a:p>
          <a:endParaRPr lang="en-GB"/>
        </a:p>
      </dgm:t>
    </dgm:pt>
    <dgm:pt modelId="{59F1FBE0-3C4C-EF4C-ACA8-B5F38074F8DE}">
      <dgm:prSet phldrT="[Text]"/>
      <dgm:spPr/>
      <dgm:t>
        <a:bodyPr/>
        <a:lstStyle/>
        <a:p>
          <a:pPr>
            <a:buNone/>
          </a:pPr>
          <a:r>
            <a:rPr lang="en-IN" b="0" i="0"/>
            <a:t>Pandas DataFrame Conversion </a:t>
          </a:r>
          <a:endParaRPr lang="en-GB"/>
        </a:p>
      </dgm:t>
    </dgm:pt>
    <dgm:pt modelId="{A1CE4EE9-37AC-EF48-8E6E-EA7F6358D7A8}" type="parTrans" cxnId="{4945F88E-9F64-164C-A7E4-E1A44AB4B02A}">
      <dgm:prSet/>
      <dgm:spPr/>
      <dgm:t>
        <a:bodyPr/>
        <a:lstStyle/>
        <a:p>
          <a:endParaRPr lang="en-GB"/>
        </a:p>
      </dgm:t>
    </dgm:pt>
    <dgm:pt modelId="{B915CEA2-8B75-D745-981A-32AED2C1FF3C}" type="sibTrans" cxnId="{4945F88E-9F64-164C-A7E4-E1A44AB4B02A}">
      <dgm:prSet/>
      <dgm:spPr/>
      <dgm:t>
        <a:bodyPr/>
        <a:lstStyle/>
        <a:p>
          <a:endParaRPr lang="en-GB"/>
        </a:p>
      </dgm:t>
    </dgm:pt>
    <dgm:pt modelId="{5F6B81A3-FCD7-2144-9773-BC8680AE93F7}">
      <dgm:prSet phldrT="[Text]"/>
      <dgm:spPr/>
      <dgm:t>
        <a:bodyPr/>
        <a:lstStyle/>
        <a:p>
          <a:pPr>
            <a:buNone/>
          </a:pPr>
          <a:r>
            <a:rPr lang="en-IN" b="0" i="0"/>
            <a:t>Booking Status Distribution  </a:t>
          </a:r>
          <a:endParaRPr lang="en-GB"/>
        </a:p>
      </dgm:t>
    </dgm:pt>
    <dgm:pt modelId="{8D3E0A6C-6C85-9845-9D08-76D0151B140A}" type="parTrans" cxnId="{738E6D6E-7810-6F45-8957-113983A02D18}">
      <dgm:prSet/>
      <dgm:spPr/>
      <dgm:t>
        <a:bodyPr/>
        <a:lstStyle/>
        <a:p>
          <a:endParaRPr lang="en-GB"/>
        </a:p>
      </dgm:t>
    </dgm:pt>
    <dgm:pt modelId="{A07927DC-7701-5242-BAA9-742E5A21810B}" type="sibTrans" cxnId="{738E6D6E-7810-6F45-8957-113983A02D18}">
      <dgm:prSet/>
      <dgm:spPr/>
      <dgm:t>
        <a:bodyPr/>
        <a:lstStyle/>
        <a:p>
          <a:endParaRPr lang="en-GB"/>
        </a:p>
      </dgm:t>
    </dgm:pt>
    <dgm:pt modelId="{3242C3F9-AE2D-6F4B-B73D-2F0802A62B7C}">
      <dgm:prSet/>
      <dgm:spPr/>
      <dgm:t>
        <a:bodyPr/>
        <a:lstStyle/>
        <a:p>
          <a:pPr>
            <a:buNone/>
          </a:pPr>
          <a:r>
            <a:rPr lang="en-IN" b="0" i="0"/>
            <a:t>Cancellation Analysis </a:t>
          </a:r>
        </a:p>
      </dgm:t>
    </dgm:pt>
    <dgm:pt modelId="{AA1CFE07-9197-4948-81AA-DA6FF7CAD8E6}" type="parTrans" cxnId="{EEEE45CF-B370-DC41-8F2A-9A44672CF418}">
      <dgm:prSet/>
      <dgm:spPr/>
      <dgm:t>
        <a:bodyPr/>
        <a:lstStyle/>
        <a:p>
          <a:endParaRPr lang="en-GB"/>
        </a:p>
      </dgm:t>
    </dgm:pt>
    <dgm:pt modelId="{3577FF6E-1CD8-2A43-B615-436F5A8853EA}" type="sibTrans" cxnId="{EEEE45CF-B370-DC41-8F2A-9A44672CF418}">
      <dgm:prSet/>
      <dgm:spPr/>
      <dgm:t>
        <a:bodyPr/>
        <a:lstStyle/>
        <a:p>
          <a:endParaRPr lang="en-GB"/>
        </a:p>
      </dgm:t>
    </dgm:pt>
    <dgm:pt modelId="{7E477E19-702E-0E42-93C5-6EB7BC890094}">
      <dgm:prSet/>
      <dgm:spPr/>
      <dgm:t>
        <a:bodyPr/>
        <a:lstStyle/>
        <a:p>
          <a:pPr>
            <a:buNone/>
          </a:pPr>
          <a:r>
            <a:rPr lang="en-IN" b="0" i="0"/>
            <a:t>ML Pipeline</a:t>
          </a:r>
        </a:p>
      </dgm:t>
    </dgm:pt>
    <dgm:pt modelId="{AF49DDFA-5073-474F-9F16-7DD144F54C04}" type="parTrans" cxnId="{20BA70DF-2A7D-1348-97FD-D8367E572A2E}">
      <dgm:prSet/>
      <dgm:spPr/>
      <dgm:t>
        <a:bodyPr/>
        <a:lstStyle/>
        <a:p>
          <a:endParaRPr lang="en-GB"/>
        </a:p>
      </dgm:t>
    </dgm:pt>
    <dgm:pt modelId="{D7E04161-E622-7642-A4DF-AADB88C9CEE7}" type="sibTrans" cxnId="{20BA70DF-2A7D-1348-97FD-D8367E572A2E}">
      <dgm:prSet/>
      <dgm:spPr/>
      <dgm:t>
        <a:bodyPr/>
        <a:lstStyle/>
        <a:p>
          <a:endParaRPr lang="en-GB"/>
        </a:p>
      </dgm:t>
    </dgm:pt>
    <dgm:pt modelId="{BA00AEB2-8B2F-0A43-8CA1-31FACF18F83E}">
      <dgm:prSet/>
      <dgm:spPr/>
      <dgm:t>
        <a:bodyPr/>
        <a:lstStyle/>
        <a:p>
          <a:pPr>
            <a:buNone/>
          </a:pPr>
          <a:r>
            <a:rPr lang="en-IN" b="0" i="0"/>
            <a:t>Feature Engineering </a:t>
          </a:r>
        </a:p>
      </dgm:t>
    </dgm:pt>
    <dgm:pt modelId="{11F35F3A-A9FE-8546-A53A-BAA0ACC772AB}" type="parTrans" cxnId="{38C24541-52A7-4248-B50C-22DC4117F359}">
      <dgm:prSet/>
      <dgm:spPr/>
      <dgm:t>
        <a:bodyPr/>
        <a:lstStyle/>
        <a:p>
          <a:endParaRPr lang="en-GB"/>
        </a:p>
      </dgm:t>
    </dgm:pt>
    <dgm:pt modelId="{42463591-93C9-5743-91F7-0DA6D391C2B7}" type="sibTrans" cxnId="{38C24541-52A7-4248-B50C-22DC4117F359}">
      <dgm:prSet/>
      <dgm:spPr/>
      <dgm:t>
        <a:bodyPr/>
        <a:lstStyle/>
        <a:p>
          <a:endParaRPr lang="en-GB"/>
        </a:p>
      </dgm:t>
    </dgm:pt>
    <dgm:pt modelId="{7B5373FC-6CBB-BE46-9354-673ACC350BE8}">
      <dgm:prSet/>
      <dgm:spPr/>
      <dgm:t>
        <a:bodyPr/>
        <a:lstStyle/>
        <a:p>
          <a:pPr>
            <a:buNone/>
          </a:pPr>
          <a:r>
            <a:rPr lang="en-IN" b="0" i="0"/>
            <a:t>String Indexing </a:t>
          </a:r>
        </a:p>
      </dgm:t>
    </dgm:pt>
    <dgm:pt modelId="{7248F2CB-08B4-0542-8E86-68F805CD9C71}" type="parTrans" cxnId="{B39EA9B5-8E81-F040-AB16-BD3CA569617E}">
      <dgm:prSet/>
      <dgm:spPr/>
      <dgm:t>
        <a:bodyPr/>
        <a:lstStyle/>
        <a:p>
          <a:endParaRPr lang="en-GB"/>
        </a:p>
      </dgm:t>
    </dgm:pt>
    <dgm:pt modelId="{9F9D0964-EB15-0B49-B969-95464EAD4742}" type="sibTrans" cxnId="{B39EA9B5-8E81-F040-AB16-BD3CA569617E}">
      <dgm:prSet/>
      <dgm:spPr/>
      <dgm:t>
        <a:bodyPr/>
        <a:lstStyle/>
        <a:p>
          <a:endParaRPr lang="en-GB"/>
        </a:p>
      </dgm:t>
    </dgm:pt>
    <dgm:pt modelId="{0DFFB7A6-196C-5246-8613-A90DECE82525}">
      <dgm:prSet/>
      <dgm:spPr/>
      <dgm:t>
        <a:bodyPr/>
        <a:lstStyle/>
        <a:p>
          <a:pPr>
            <a:buNone/>
          </a:pPr>
          <a:r>
            <a:rPr lang="en-IN" b="0" i="0"/>
            <a:t>Vector Assembly </a:t>
          </a:r>
        </a:p>
      </dgm:t>
    </dgm:pt>
    <dgm:pt modelId="{050ED7D9-9129-CF45-8F33-C582C100CA62}" type="parTrans" cxnId="{A2893A93-8CF4-654E-9789-AF6E789A1BD7}">
      <dgm:prSet/>
      <dgm:spPr/>
      <dgm:t>
        <a:bodyPr/>
        <a:lstStyle/>
        <a:p>
          <a:endParaRPr lang="en-GB"/>
        </a:p>
      </dgm:t>
    </dgm:pt>
    <dgm:pt modelId="{DB85273E-0FCE-2741-83A3-E960FE0CB6E8}" type="sibTrans" cxnId="{A2893A93-8CF4-654E-9789-AF6E789A1BD7}">
      <dgm:prSet/>
      <dgm:spPr/>
      <dgm:t>
        <a:bodyPr/>
        <a:lstStyle/>
        <a:p>
          <a:endParaRPr lang="en-GB"/>
        </a:p>
      </dgm:t>
    </dgm:pt>
    <dgm:pt modelId="{2D550030-252B-184D-BAB9-C84BD1514BFC}">
      <dgm:prSet/>
      <dgm:spPr/>
      <dgm:t>
        <a:bodyPr/>
        <a:lstStyle/>
        <a:p>
          <a:pPr>
            <a:buNone/>
          </a:pPr>
          <a:r>
            <a:rPr lang="en-IN" b="0" i="0"/>
            <a:t>Train/Test Split (70/30)</a:t>
          </a:r>
        </a:p>
      </dgm:t>
    </dgm:pt>
    <dgm:pt modelId="{4ABE7344-B4FB-EB41-B15C-0F142B5C1F51}" type="parTrans" cxnId="{B9C29835-3FA4-8B49-8E41-4EFFC788543A}">
      <dgm:prSet/>
      <dgm:spPr/>
      <dgm:t>
        <a:bodyPr/>
        <a:lstStyle/>
        <a:p>
          <a:endParaRPr lang="en-GB"/>
        </a:p>
      </dgm:t>
    </dgm:pt>
    <dgm:pt modelId="{A1A313B2-6ABF-A24B-BF5C-FE428996E77A}" type="sibTrans" cxnId="{B9C29835-3FA4-8B49-8E41-4EFFC788543A}">
      <dgm:prSet/>
      <dgm:spPr/>
      <dgm:t>
        <a:bodyPr/>
        <a:lstStyle/>
        <a:p>
          <a:endParaRPr lang="en-GB"/>
        </a:p>
      </dgm:t>
    </dgm:pt>
    <dgm:pt modelId="{211AF6DB-FCAF-B640-8114-E388E1D6DBBB}">
      <dgm:prSet/>
      <dgm:spPr/>
      <dgm:t>
        <a:bodyPr/>
        <a:lstStyle/>
        <a:p>
          <a:pPr>
            <a:buNone/>
          </a:pPr>
          <a:r>
            <a:rPr lang="en-IN" b="0" i="0"/>
            <a:t>Model Ensemble </a:t>
          </a:r>
        </a:p>
      </dgm:t>
    </dgm:pt>
    <dgm:pt modelId="{AA58CE70-210C-C641-A153-90DB991E612A}" type="parTrans" cxnId="{43D4647F-35D7-824F-ACE8-BC6845BC5E78}">
      <dgm:prSet/>
      <dgm:spPr/>
      <dgm:t>
        <a:bodyPr/>
        <a:lstStyle/>
        <a:p>
          <a:endParaRPr lang="en-GB"/>
        </a:p>
      </dgm:t>
    </dgm:pt>
    <dgm:pt modelId="{9EC342FD-6A2E-4C4D-9C30-20EE8C33EC08}" type="sibTrans" cxnId="{43D4647F-35D7-824F-ACE8-BC6845BC5E78}">
      <dgm:prSet/>
      <dgm:spPr/>
      <dgm:t>
        <a:bodyPr/>
        <a:lstStyle/>
        <a:p>
          <a:endParaRPr lang="en-GB"/>
        </a:p>
      </dgm:t>
    </dgm:pt>
    <dgm:pt modelId="{6552353F-12E8-7941-850C-87543173934F}">
      <dgm:prSet/>
      <dgm:spPr/>
      <dgm:t>
        <a:bodyPr/>
        <a:lstStyle/>
        <a:p>
          <a:pPr>
            <a:buNone/>
          </a:pPr>
          <a:r>
            <a:rPr lang="en-IN" b="0" i="0"/>
            <a:t>RandomForest </a:t>
          </a:r>
        </a:p>
      </dgm:t>
    </dgm:pt>
    <dgm:pt modelId="{CEADEFD2-E41F-C342-B29A-C04C47995B55}" type="parTrans" cxnId="{C3C6C809-CF91-C44E-9764-0B53861EBA27}">
      <dgm:prSet/>
      <dgm:spPr/>
      <dgm:t>
        <a:bodyPr/>
        <a:lstStyle/>
        <a:p>
          <a:endParaRPr lang="en-GB"/>
        </a:p>
      </dgm:t>
    </dgm:pt>
    <dgm:pt modelId="{A396AB14-67E8-9F43-9338-F27690EDB09A}" type="sibTrans" cxnId="{C3C6C809-CF91-C44E-9764-0B53861EBA27}">
      <dgm:prSet/>
      <dgm:spPr/>
      <dgm:t>
        <a:bodyPr/>
        <a:lstStyle/>
        <a:p>
          <a:endParaRPr lang="en-GB"/>
        </a:p>
      </dgm:t>
    </dgm:pt>
    <dgm:pt modelId="{C2C374B3-D08C-4448-AA47-B14272B552F3}">
      <dgm:prSet/>
      <dgm:spPr/>
      <dgm:t>
        <a:bodyPr/>
        <a:lstStyle/>
        <a:p>
          <a:pPr>
            <a:buNone/>
          </a:pPr>
          <a:r>
            <a:rPr lang="en-IN" b="0" i="0"/>
            <a:t>GBTClassifier </a:t>
          </a:r>
        </a:p>
      </dgm:t>
    </dgm:pt>
    <dgm:pt modelId="{D55FEECA-C3EA-A341-8883-D47DA545D955}" type="parTrans" cxnId="{D2E88D24-EBDD-164F-ACD3-77961485B773}">
      <dgm:prSet/>
      <dgm:spPr/>
      <dgm:t>
        <a:bodyPr/>
        <a:lstStyle/>
        <a:p>
          <a:endParaRPr lang="en-GB"/>
        </a:p>
      </dgm:t>
    </dgm:pt>
    <dgm:pt modelId="{29D618F8-093B-064A-9CC2-1814D23A8354}" type="sibTrans" cxnId="{D2E88D24-EBDD-164F-ACD3-77961485B773}">
      <dgm:prSet/>
      <dgm:spPr/>
      <dgm:t>
        <a:bodyPr/>
        <a:lstStyle/>
        <a:p>
          <a:endParaRPr lang="en-GB"/>
        </a:p>
      </dgm:t>
    </dgm:pt>
    <dgm:pt modelId="{3BE77BE0-2C9E-9441-8750-6720E2393B5E}">
      <dgm:prSet/>
      <dgm:spPr/>
      <dgm:t>
        <a:bodyPr/>
        <a:lstStyle/>
        <a:p>
          <a:pPr>
            <a:buNone/>
          </a:pPr>
          <a:r>
            <a:rPr lang="en-IN" b="0" i="0"/>
            <a:t>LogisticRegression </a:t>
          </a:r>
        </a:p>
      </dgm:t>
    </dgm:pt>
    <dgm:pt modelId="{0280345C-B4D9-7D4F-AD04-BF7B9CC4A7A4}" type="parTrans" cxnId="{EC6A4878-4EA2-CB4E-AE00-D65EE62B2BB1}">
      <dgm:prSet/>
      <dgm:spPr/>
      <dgm:t>
        <a:bodyPr/>
        <a:lstStyle/>
        <a:p>
          <a:endParaRPr lang="en-GB"/>
        </a:p>
      </dgm:t>
    </dgm:pt>
    <dgm:pt modelId="{09063B8A-262C-E846-B234-9790661AF580}" type="sibTrans" cxnId="{EC6A4878-4EA2-CB4E-AE00-D65EE62B2BB1}">
      <dgm:prSet/>
      <dgm:spPr/>
      <dgm:t>
        <a:bodyPr/>
        <a:lstStyle/>
        <a:p>
          <a:endParaRPr lang="en-GB"/>
        </a:p>
      </dgm:t>
    </dgm:pt>
    <dgm:pt modelId="{6FAD4CE1-7692-274D-BD76-5FB660705830}">
      <dgm:prSet phldrT="[Text]"/>
      <dgm:spPr/>
      <dgm:t>
        <a:bodyPr/>
        <a:lstStyle/>
        <a:p>
          <a:pPr>
            <a:buNone/>
          </a:pPr>
          <a:r>
            <a:rPr lang="en-IN" b="0" i="0"/>
            <a:t>Accuracy: 95.57% </a:t>
          </a:r>
          <a:endParaRPr lang="en-GB"/>
        </a:p>
      </dgm:t>
    </dgm:pt>
    <dgm:pt modelId="{DE3531D6-317B-464E-A8F4-63BF06A0D369}" type="parTrans" cxnId="{80163608-07B3-4D48-8B05-3C5F024118A6}">
      <dgm:prSet/>
      <dgm:spPr/>
      <dgm:t>
        <a:bodyPr/>
        <a:lstStyle/>
        <a:p>
          <a:endParaRPr lang="en-GB"/>
        </a:p>
      </dgm:t>
    </dgm:pt>
    <dgm:pt modelId="{A5C6465F-AE9D-7245-A93F-D87AEBC45863}" type="sibTrans" cxnId="{80163608-07B3-4D48-8B05-3C5F024118A6}">
      <dgm:prSet/>
      <dgm:spPr/>
      <dgm:t>
        <a:bodyPr/>
        <a:lstStyle/>
        <a:p>
          <a:endParaRPr lang="en-GB"/>
        </a:p>
      </dgm:t>
    </dgm:pt>
    <dgm:pt modelId="{169B29EC-BFFB-1C4C-B2F1-A3DD834E4203}">
      <dgm:prSet phldrT="[Text]"/>
      <dgm:spPr/>
      <dgm:t>
        <a:bodyPr/>
        <a:lstStyle/>
        <a:p>
          <a:pPr>
            <a:buNone/>
          </a:pPr>
          <a:r>
            <a:rPr lang="en-IN" b="0" i="0"/>
            <a:t>RMSE: 0.21 </a:t>
          </a:r>
          <a:endParaRPr lang="en-GB"/>
        </a:p>
      </dgm:t>
    </dgm:pt>
    <dgm:pt modelId="{E13CA806-FF95-0D4F-A1DC-C46AE52DD5D5}" type="parTrans" cxnId="{BBC3C1AD-1422-D14E-8096-D4509200A710}">
      <dgm:prSet/>
      <dgm:spPr/>
      <dgm:t>
        <a:bodyPr/>
        <a:lstStyle/>
        <a:p>
          <a:endParaRPr lang="en-GB"/>
        </a:p>
      </dgm:t>
    </dgm:pt>
    <dgm:pt modelId="{49C270B9-5C2B-B544-B1AA-EBAF33CD2BD6}" type="sibTrans" cxnId="{BBC3C1AD-1422-D14E-8096-D4509200A710}">
      <dgm:prSet/>
      <dgm:spPr/>
      <dgm:t>
        <a:bodyPr/>
        <a:lstStyle/>
        <a:p>
          <a:endParaRPr lang="en-GB"/>
        </a:p>
      </dgm:t>
    </dgm:pt>
    <dgm:pt modelId="{221150B6-B062-6944-B34A-6ABB709312EA}">
      <dgm:prSet phldrT="[Text]"/>
      <dgm:spPr/>
      <dgm:t>
        <a:bodyPr/>
        <a:lstStyle/>
        <a:p>
          <a:pPr>
            <a:buNone/>
          </a:pPr>
          <a:r>
            <a:rPr lang="en-IN" b="0" i="0"/>
            <a:t>Cross-validation Ready </a:t>
          </a:r>
          <a:endParaRPr lang="en-GB"/>
        </a:p>
      </dgm:t>
    </dgm:pt>
    <dgm:pt modelId="{41696DCE-C073-B545-BB67-5DC24459EB13}" type="parTrans" cxnId="{AC9507F8-3DC9-964C-AE17-A4CF5C9BE0CF}">
      <dgm:prSet/>
      <dgm:spPr/>
      <dgm:t>
        <a:bodyPr/>
        <a:lstStyle/>
        <a:p>
          <a:endParaRPr lang="en-GB"/>
        </a:p>
      </dgm:t>
    </dgm:pt>
    <dgm:pt modelId="{C4BB59AB-8D92-7848-8507-B2512090BACB}" type="sibTrans" cxnId="{AC9507F8-3DC9-964C-AE17-A4CF5C9BE0CF}">
      <dgm:prSet/>
      <dgm:spPr/>
      <dgm:t>
        <a:bodyPr/>
        <a:lstStyle/>
        <a:p>
          <a:endParaRPr lang="en-GB"/>
        </a:p>
      </dgm:t>
    </dgm:pt>
    <dgm:pt modelId="{F2348852-BC8C-7F44-8D35-886DFFA800D7}" type="pres">
      <dgm:prSet presAssocID="{E82542AA-1119-AC4F-80D6-1C50FF90B62A}" presName="theList" presStyleCnt="0">
        <dgm:presLayoutVars>
          <dgm:dir/>
          <dgm:animLvl val="lvl"/>
          <dgm:resizeHandles val="exact"/>
        </dgm:presLayoutVars>
      </dgm:prSet>
      <dgm:spPr/>
    </dgm:pt>
    <dgm:pt modelId="{0DAA3CC6-A010-054C-91B0-37374247BC49}" type="pres">
      <dgm:prSet presAssocID="{0E2C2B2F-FCA8-024B-8B2C-B4FEC51011EC}" presName="compNode" presStyleCnt="0"/>
      <dgm:spPr/>
    </dgm:pt>
    <dgm:pt modelId="{F7FF843F-3BC3-AB41-87E2-2E2F61F8017D}" type="pres">
      <dgm:prSet presAssocID="{0E2C2B2F-FCA8-024B-8B2C-B4FEC51011EC}" presName="aNode" presStyleLbl="bgShp" presStyleIdx="0" presStyleCnt="6"/>
      <dgm:spPr/>
    </dgm:pt>
    <dgm:pt modelId="{323F89B0-FC69-F640-91B8-6F60317DD2DB}" type="pres">
      <dgm:prSet presAssocID="{0E2C2B2F-FCA8-024B-8B2C-B4FEC51011EC}" presName="textNode" presStyleLbl="bgShp" presStyleIdx="0" presStyleCnt="6"/>
      <dgm:spPr/>
    </dgm:pt>
    <dgm:pt modelId="{D4ADB1D0-15C2-254C-8CA7-5DB019DEBA78}" type="pres">
      <dgm:prSet presAssocID="{0E2C2B2F-FCA8-024B-8B2C-B4FEC51011EC}" presName="compChildNode" presStyleCnt="0"/>
      <dgm:spPr/>
    </dgm:pt>
    <dgm:pt modelId="{3382640D-DF5B-3142-A6EF-6AF16581250C}" type="pres">
      <dgm:prSet presAssocID="{0E2C2B2F-FCA8-024B-8B2C-B4FEC51011EC}" presName="theInnerList" presStyleCnt="0"/>
      <dgm:spPr/>
    </dgm:pt>
    <dgm:pt modelId="{FED1F6F4-9EB5-DC45-9DDB-7A727D816172}" type="pres">
      <dgm:prSet presAssocID="{795105E7-170B-8840-9314-6199E5B61F82}" presName="childNode" presStyleLbl="node1" presStyleIdx="0" presStyleCnt="20">
        <dgm:presLayoutVars>
          <dgm:bulletEnabled val="1"/>
        </dgm:presLayoutVars>
      </dgm:prSet>
      <dgm:spPr/>
    </dgm:pt>
    <dgm:pt modelId="{5363528F-126D-7A48-8E0A-9BC999CF6BB8}" type="pres">
      <dgm:prSet presAssocID="{0E2C2B2F-FCA8-024B-8B2C-B4FEC51011EC}" presName="aSpace" presStyleCnt="0"/>
      <dgm:spPr/>
    </dgm:pt>
    <dgm:pt modelId="{BFF08E5A-318E-6147-8C97-957210D2FEB2}" type="pres">
      <dgm:prSet presAssocID="{52B2FC49-1643-4444-95BA-B14C4E42E2CE}" presName="compNode" presStyleCnt="0"/>
      <dgm:spPr/>
    </dgm:pt>
    <dgm:pt modelId="{70B897AA-254E-474C-B58D-9B112DD65CB0}" type="pres">
      <dgm:prSet presAssocID="{52B2FC49-1643-4444-95BA-B14C4E42E2CE}" presName="aNode" presStyleLbl="bgShp" presStyleIdx="1" presStyleCnt="6"/>
      <dgm:spPr/>
    </dgm:pt>
    <dgm:pt modelId="{20A63A2F-B508-BD44-BA8E-CA47C4322358}" type="pres">
      <dgm:prSet presAssocID="{52B2FC49-1643-4444-95BA-B14C4E42E2CE}" presName="textNode" presStyleLbl="bgShp" presStyleIdx="1" presStyleCnt="6"/>
      <dgm:spPr/>
    </dgm:pt>
    <dgm:pt modelId="{792828BD-286B-8342-9861-6917CAFC5886}" type="pres">
      <dgm:prSet presAssocID="{52B2FC49-1643-4444-95BA-B14C4E42E2CE}" presName="compChildNode" presStyleCnt="0"/>
      <dgm:spPr/>
    </dgm:pt>
    <dgm:pt modelId="{D38CD102-03B5-FC48-9588-538C489AC092}" type="pres">
      <dgm:prSet presAssocID="{52B2FC49-1643-4444-95BA-B14C4E42E2CE}" presName="theInnerList" presStyleCnt="0"/>
      <dgm:spPr/>
    </dgm:pt>
    <dgm:pt modelId="{249AD967-F0E7-7644-B9C5-C79B99094181}" type="pres">
      <dgm:prSet presAssocID="{142E9713-CD87-8549-BB05-55C712D8A42A}" presName="childNode" presStyleLbl="node1" presStyleIdx="1" presStyleCnt="20">
        <dgm:presLayoutVars>
          <dgm:bulletEnabled val="1"/>
        </dgm:presLayoutVars>
      </dgm:prSet>
      <dgm:spPr/>
    </dgm:pt>
    <dgm:pt modelId="{4C08B893-76C1-6A4E-ACC6-6F85EEAFE99A}" type="pres">
      <dgm:prSet presAssocID="{142E9713-CD87-8549-BB05-55C712D8A42A}" presName="aSpace2" presStyleCnt="0"/>
      <dgm:spPr/>
    </dgm:pt>
    <dgm:pt modelId="{005142F4-639F-CB45-9873-041F3720F264}" type="pres">
      <dgm:prSet presAssocID="{CE2CC261-1878-A841-82B1-0A4B5D738F0A}" presName="childNode" presStyleLbl="node1" presStyleIdx="2" presStyleCnt="20">
        <dgm:presLayoutVars>
          <dgm:bulletEnabled val="1"/>
        </dgm:presLayoutVars>
      </dgm:prSet>
      <dgm:spPr/>
    </dgm:pt>
    <dgm:pt modelId="{D46D3199-27CF-464C-B6AA-B72B04C114CD}" type="pres">
      <dgm:prSet presAssocID="{52B2FC49-1643-4444-95BA-B14C4E42E2CE}" presName="aSpace" presStyleCnt="0"/>
      <dgm:spPr/>
    </dgm:pt>
    <dgm:pt modelId="{7400FA32-78DF-6A4B-9246-211A91F80699}" type="pres">
      <dgm:prSet presAssocID="{619C8780-7380-B04D-A739-B0464E891376}" presName="compNode" presStyleCnt="0"/>
      <dgm:spPr/>
    </dgm:pt>
    <dgm:pt modelId="{8E3F500B-0C33-A446-A096-5B5727350454}" type="pres">
      <dgm:prSet presAssocID="{619C8780-7380-B04D-A739-B0464E891376}" presName="aNode" presStyleLbl="bgShp" presStyleIdx="2" presStyleCnt="6"/>
      <dgm:spPr/>
    </dgm:pt>
    <dgm:pt modelId="{5F7B780C-D99C-7348-9B7D-7DE2CA38CA63}" type="pres">
      <dgm:prSet presAssocID="{619C8780-7380-B04D-A739-B0464E891376}" presName="textNode" presStyleLbl="bgShp" presStyleIdx="2" presStyleCnt="6"/>
      <dgm:spPr/>
    </dgm:pt>
    <dgm:pt modelId="{A356C41D-9704-6B48-9E61-390F8A3C14D9}" type="pres">
      <dgm:prSet presAssocID="{619C8780-7380-B04D-A739-B0464E891376}" presName="compChildNode" presStyleCnt="0"/>
      <dgm:spPr/>
    </dgm:pt>
    <dgm:pt modelId="{ED8D1B10-9D41-5F45-B313-D860E284ED0F}" type="pres">
      <dgm:prSet presAssocID="{619C8780-7380-B04D-A739-B0464E891376}" presName="theInnerList" presStyleCnt="0"/>
      <dgm:spPr/>
    </dgm:pt>
    <dgm:pt modelId="{28117858-7DCF-F841-8F7E-91500F05CDBE}" type="pres">
      <dgm:prSet presAssocID="{69864401-814B-6E4C-9764-C5D5CEFFF73F}" presName="childNode" presStyleLbl="node1" presStyleIdx="3" presStyleCnt="20">
        <dgm:presLayoutVars>
          <dgm:bulletEnabled val="1"/>
        </dgm:presLayoutVars>
      </dgm:prSet>
      <dgm:spPr/>
    </dgm:pt>
    <dgm:pt modelId="{980C1AAD-B67C-5E40-8245-9DD9B4ED99CB}" type="pres">
      <dgm:prSet presAssocID="{69864401-814B-6E4C-9764-C5D5CEFFF73F}" presName="aSpace2" presStyleCnt="0"/>
      <dgm:spPr/>
    </dgm:pt>
    <dgm:pt modelId="{3FFA74D9-6EE2-AD4F-BE66-CAC74C566726}" type="pres">
      <dgm:prSet presAssocID="{B9BD3558-51A4-9140-BE4F-7379735B3F4C}" presName="childNode" presStyleLbl="node1" presStyleIdx="4" presStyleCnt="20">
        <dgm:presLayoutVars>
          <dgm:bulletEnabled val="1"/>
        </dgm:presLayoutVars>
      </dgm:prSet>
      <dgm:spPr/>
    </dgm:pt>
    <dgm:pt modelId="{DA7D9C62-6107-A548-A9BE-633B1B936C39}" type="pres">
      <dgm:prSet presAssocID="{B9BD3558-51A4-9140-BE4F-7379735B3F4C}" presName="aSpace2" presStyleCnt="0"/>
      <dgm:spPr/>
    </dgm:pt>
    <dgm:pt modelId="{61E2B024-DAE0-1E48-AE99-163C83A23C11}" type="pres">
      <dgm:prSet presAssocID="{2B57AC44-6B9B-CB40-A04E-6A95867798E6}" presName="childNode" presStyleLbl="node1" presStyleIdx="5" presStyleCnt="20">
        <dgm:presLayoutVars>
          <dgm:bulletEnabled val="1"/>
        </dgm:presLayoutVars>
      </dgm:prSet>
      <dgm:spPr/>
    </dgm:pt>
    <dgm:pt modelId="{0C4057B1-BA96-F340-ADA8-8A7293C62BD2}" type="pres">
      <dgm:prSet presAssocID="{2B57AC44-6B9B-CB40-A04E-6A95867798E6}" presName="aSpace2" presStyleCnt="0"/>
      <dgm:spPr/>
    </dgm:pt>
    <dgm:pt modelId="{6C4B00F4-C017-CA44-B232-5E269AAD0EBF}" type="pres">
      <dgm:prSet presAssocID="{1CB6E683-5242-E249-AF84-6E0FBFD44957}" presName="childNode" presStyleLbl="node1" presStyleIdx="6" presStyleCnt="20">
        <dgm:presLayoutVars>
          <dgm:bulletEnabled val="1"/>
        </dgm:presLayoutVars>
      </dgm:prSet>
      <dgm:spPr/>
    </dgm:pt>
    <dgm:pt modelId="{38C5FAE2-7E5E-F04D-8ACF-1646CCE7E8FB}" type="pres">
      <dgm:prSet presAssocID="{619C8780-7380-B04D-A739-B0464E891376}" presName="aSpace" presStyleCnt="0"/>
      <dgm:spPr/>
    </dgm:pt>
    <dgm:pt modelId="{F73034FA-4665-574B-BA19-3826F57FB3F9}" type="pres">
      <dgm:prSet presAssocID="{66BEAA57-B311-344D-86C6-227DED140233}" presName="compNode" presStyleCnt="0"/>
      <dgm:spPr/>
    </dgm:pt>
    <dgm:pt modelId="{03FEEC05-24EA-D747-A772-5D6EDF7DAAE2}" type="pres">
      <dgm:prSet presAssocID="{66BEAA57-B311-344D-86C6-227DED140233}" presName="aNode" presStyleLbl="bgShp" presStyleIdx="3" presStyleCnt="6"/>
      <dgm:spPr/>
    </dgm:pt>
    <dgm:pt modelId="{AC9A4D41-3A53-3249-8780-CAB0233E0FD9}" type="pres">
      <dgm:prSet presAssocID="{66BEAA57-B311-344D-86C6-227DED140233}" presName="textNode" presStyleLbl="bgShp" presStyleIdx="3" presStyleCnt="6"/>
      <dgm:spPr/>
    </dgm:pt>
    <dgm:pt modelId="{8D484968-31DB-D444-9277-382116ED7504}" type="pres">
      <dgm:prSet presAssocID="{66BEAA57-B311-344D-86C6-227DED140233}" presName="compChildNode" presStyleCnt="0"/>
      <dgm:spPr/>
    </dgm:pt>
    <dgm:pt modelId="{55642AC0-DC96-864C-9AE5-378AF637FB1A}" type="pres">
      <dgm:prSet presAssocID="{66BEAA57-B311-344D-86C6-227DED140233}" presName="theInnerList" presStyleCnt="0"/>
      <dgm:spPr/>
    </dgm:pt>
    <dgm:pt modelId="{F059739E-C3C1-7644-8113-2408A10B0C22}" type="pres">
      <dgm:prSet presAssocID="{59F1FBE0-3C4C-EF4C-ACA8-B5F38074F8DE}" presName="childNode" presStyleLbl="node1" presStyleIdx="7" presStyleCnt="20">
        <dgm:presLayoutVars>
          <dgm:bulletEnabled val="1"/>
        </dgm:presLayoutVars>
      </dgm:prSet>
      <dgm:spPr/>
    </dgm:pt>
    <dgm:pt modelId="{3A5A8FEC-50E9-1444-8EE6-1C1898E2EAE3}" type="pres">
      <dgm:prSet presAssocID="{59F1FBE0-3C4C-EF4C-ACA8-B5F38074F8DE}" presName="aSpace2" presStyleCnt="0"/>
      <dgm:spPr/>
    </dgm:pt>
    <dgm:pt modelId="{D270A10B-3BB8-564D-985E-3695C2F649D2}" type="pres">
      <dgm:prSet presAssocID="{E892B5A5-3DAE-5145-B2DD-16A24F692E7D}" presName="childNode" presStyleLbl="node1" presStyleIdx="8" presStyleCnt="20">
        <dgm:presLayoutVars>
          <dgm:bulletEnabled val="1"/>
        </dgm:presLayoutVars>
      </dgm:prSet>
      <dgm:spPr/>
    </dgm:pt>
    <dgm:pt modelId="{A9730C62-0AFD-A446-B072-C133495A3A8A}" type="pres">
      <dgm:prSet presAssocID="{E892B5A5-3DAE-5145-B2DD-16A24F692E7D}" presName="aSpace2" presStyleCnt="0"/>
      <dgm:spPr/>
    </dgm:pt>
    <dgm:pt modelId="{8244B0BC-1AC1-4847-9FD7-0BDA59276F5A}" type="pres">
      <dgm:prSet presAssocID="{E0F27D3D-F840-F844-AE40-D8FC319DE26B}" presName="childNode" presStyleLbl="node1" presStyleIdx="9" presStyleCnt="20">
        <dgm:presLayoutVars>
          <dgm:bulletEnabled val="1"/>
        </dgm:presLayoutVars>
      </dgm:prSet>
      <dgm:spPr/>
    </dgm:pt>
    <dgm:pt modelId="{701CBA9D-1A2A-844D-AAB8-A2779C8843C1}" type="pres">
      <dgm:prSet presAssocID="{E0F27D3D-F840-F844-AE40-D8FC319DE26B}" presName="aSpace2" presStyleCnt="0"/>
      <dgm:spPr/>
    </dgm:pt>
    <dgm:pt modelId="{BACF63AE-E663-D644-8FBC-B438063CB7CE}" type="pres">
      <dgm:prSet presAssocID="{5F6B81A3-FCD7-2144-9773-BC8680AE93F7}" presName="childNode" presStyleLbl="node1" presStyleIdx="10" presStyleCnt="20">
        <dgm:presLayoutVars>
          <dgm:bulletEnabled val="1"/>
        </dgm:presLayoutVars>
      </dgm:prSet>
      <dgm:spPr/>
    </dgm:pt>
    <dgm:pt modelId="{3F4EE26E-0068-8540-9E1F-823E87ECF4C7}" type="pres">
      <dgm:prSet presAssocID="{5F6B81A3-FCD7-2144-9773-BC8680AE93F7}" presName="aSpace2" presStyleCnt="0"/>
      <dgm:spPr/>
    </dgm:pt>
    <dgm:pt modelId="{6EB3AEFD-783B-744E-81CE-948BDDC0A5AF}" type="pres">
      <dgm:prSet presAssocID="{3242C3F9-AE2D-6F4B-B73D-2F0802A62B7C}" presName="childNode" presStyleLbl="node1" presStyleIdx="11" presStyleCnt="20">
        <dgm:presLayoutVars>
          <dgm:bulletEnabled val="1"/>
        </dgm:presLayoutVars>
      </dgm:prSet>
      <dgm:spPr/>
    </dgm:pt>
    <dgm:pt modelId="{3EF81B63-5189-694A-BFD5-D0A8DA1BD529}" type="pres">
      <dgm:prSet presAssocID="{66BEAA57-B311-344D-86C6-227DED140233}" presName="aSpace" presStyleCnt="0"/>
      <dgm:spPr/>
    </dgm:pt>
    <dgm:pt modelId="{E2DB5E5A-0A2D-6946-929C-9459DE6D90FB}" type="pres">
      <dgm:prSet presAssocID="{7E477E19-702E-0E42-93C5-6EB7BC890094}" presName="compNode" presStyleCnt="0"/>
      <dgm:spPr/>
    </dgm:pt>
    <dgm:pt modelId="{59BCE01B-14A4-1E49-8B4C-C382FB4F23B2}" type="pres">
      <dgm:prSet presAssocID="{7E477E19-702E-0E42-93C5-6EB7BC890094}" presName="aNode" presStyleLbl="bgShp" presStyleIdx="4" presStyleCnt="6"/>
      <dgm:spPr/>
    </dgm:pt>
    <dgm:pt modelId="{BABFEAE9-BB54-2B4D-8BB9-17BCF1C34E9B}" type="pres">
      <dgm:prSet presAssocID="{7E477E19-702E-0E42-93C5-6EB7BC890094}" presName="textNode" presStyleLbl="bgShp" presStyleIdx="4" presStyleCnt="6"/>
      <dgm:spPr/>
    </dgm:pt>
    <dgm:pt modelId="{61516B95-5765-ED4A-924E-1FE20A14C26A}" type="pres">
      <dgm:prSet presAssocID="{7E477E19-702E-0E42-93C5-6EB7BC890094}" presName="compChildNode" presStyleCnt="0"/>
      <dgm:spPr/>
    </dgm:pt>
    <dgm:pt modelId="{75099DE0-6ABF-1C40-B25E-55FA2AAF448E}" type="pres">
      <dgm:prSet presAssocID="{7E477E19-702E-0E42-93C5-6EB7BC890094}" presName="theInnerList" presStyleCnt="0"/>
      <dgm:spPr/>
    </dgm:pt>
    <dgm:pt modelId="{5C46B005-1AA4-AD43-8131-2591B3043F1E}" type="pres">
      <dgm:prSet presAssocID="{BA00AEB2-8B2F-0A43-8CA1-31FACF18F83E}" presName="childNode" presStyleLbl="node1" presStyleIdx="12" presStyleCnt="20">
        <dgm:presLayoutVars>
          <dgm:bulletEnabled val="1"/>
        </dgm:presLayoutVars>
      </dgm:prSet>
      <dgm:spPr/>
    </dgm:pt>
    <dgm:pt modelId="{C895D9DB-4065-E740-8C15-A59F7CA0BE10}" type="pres">
      <dgm:prSet presAssocID="{BA00AEB2-8B2F-0A43-8CA1-31FACF18F83E}" presName="aSpace2" presStyleCnt="0"/>
      <dgm:spPr/>
    </dgm:pt>
    <dgm:pt modelId="{0C3FD05A-8DCE-C145-8865-B3129B95B646}" type="pres">
      <dgm:prSet presAssocID="{7B5373FC-6CBB-BE46-9354-673ACC350BE8}" presName="childNode" presStyleLbl="node1" presStyleIdx="13" presStyleCnt="20">
        <dgm:presLayoutVars>
          <dgm:bulletEnabled val="1"/>
        </dgm:presLayoutVars>
      </dgm:prSet>
      <dgm:spPr/>
    </dgm:pt>
    <dgm:pt modelId="{55B04A24-6781-7447-BDCA-56D6CEF37EB3}" type="pres">
      <dgm:prSet presAssocID="{7B5373FC-6CBB-BE46-9354-673ACC350BE8}" presName="aSpace2" presStyleCnt="0"/>
      <dgm:spPr/>
    </dgm:pt>
    <dgm:pt modelId="{A05FA4F3-1693-6C4E-B040-F9F488C39ACB}" type="pres">
      <dgm:prSet presAssocID="{0DFFB7A6-196C-5246-8613-A90DECE82525}" presName="childNode" presStyleLbl="node1" presStyleIdx="14" presStyleCnt="20">
        <dgm:presLayoutVars>
          <dgm:bulletEnabled val="1"/>
        </dgm:presLayoutVars>
      </dgm:prSet>
      <dgm:spPr/>
    </dgm:pt>
    <dgm:pt modelId="{8940F599-AE2A-2741-8E2F-49293E8F8BF4}" type="pres">
      <dgm:prSet presAssocID="{0DFFB7A6-196C-5246-8613-A90DECE82525}" presName="aSpace2" presStyleCnt="0"/>
      <dgm:spPr/>
    </dgm:pt>
    <dgm:pt modelId="{1054FAA5-FCED-5F4B-BF57-6C3B08708290}" type="pres">
      <dgm:prSet presAssocID="{2D550030-252B-184D-BAB9-C84BD1514BFC}" presName="childNode" presStyleLbl="node1" presStyleIdx="15" presStyleCnt="20">
        <dgm:presLayoutVars>
          <dgm:bulletEnabled val="1"/>
        </dgm:presLayoutVars>
      </dgm:prSet>
      <dgm:spPr/>
    </dgm:pt>
    <dgm:pt modelId="{D8FA8D55-A82A-E04E-BB46-EBB5DF8BE9CA}" type="pres">
      <dgm:prSet presAssocID="{2D550030-252B-184D-BAB9-C84BD1514BFC}" presName="aSpace2" presStyleCnt="0"/>
      <dgm:spPr/>
    </dgm:pt>
    <dgm:pt modelId="{A85FEC74-B567-DB4F-9081-916DB4689B20}" type="pres">
      <dgm:prSet presAssocID="{211AF6DB-FCAF-B640-8114-E388E1D6DBBB}" presName="childNode" presStyleLbl="node1" presStyleIdx="16" presStyleCnt="20">
        <dgm:presLayoutVars>
          <dgm:bulletEnabled val="1"/>
        </dgm:presLayoutVars>
      </dgm:prSet>
      <dgm:spPr/>
    </dgm:pt>
    <dgm:pt modelId="{58D4EFCD-4202-5E4F-BB11-7EC35BAB956D}" type="pres">
      <dgm:prSet presAssocID="{7E477E19-702E-0E42-93C5-6EB7BC890094}" presName="aSpace" presStyleCnt="0"/>
      <dgm:spPr/>
    </dgm:pt>
    <dgm:pt modelId="{D2D71224-1239-2547-B2D0-9F3923686FBD}" type="pres">
      <dgm:prSet presAssocID="{E359A3E0-ADD2-0A49-B867-EF4C5867BDAC}" presName="compNode" presStyleCnt="0"/>
      <dgm:spPr/>
    </dgm:pt>
    <dgm:pt modelId="{9204BC2C-F338-774C-A3CE-500D9B4DE3D3}" type="pres">
      <dgm:prSet presAssocID="{E359A3E0-ADD2-0A49-B867-EF4C5867BDAC}" presName="aNode" presStyleLbl="bgShp" presStyleIdx="5" presStyleCnt="6"/>
      <dgm:spPr/>
    </dgm:pt>
    <dgm:pt modelId="{D8B9B93B-CF2A-4845-AE76-3E21805086DF}" type="pres">
      <dgm:prSet presAssocID="{E359A3E0-ADD2-0A49-B867-EF4C5867BDAC}" presName="textNode" presStyleLbl="bgShp" presStyleIdx="5" presStyleCnt="6"/>
      <dgm:spPr/>
    </dgm:pt>
    <dgm:pt modelId="{E2287B1F-8888-F847-A727-0397A446AFBD}" type="pres">
      <dgm:prSet presAssocID="{E359A3E0-ADD2-0A49-B867-EF4C5867BDAC}" presName="compChildNode" presStyleCnt="0"/>
      <dgm:spPr/>
    </dgm:pt>
    <dgm:pt modelId="{05EC6214-B568-1149-81B2-3AA93332DF1C}" type="pres">
      <dgm:prSet presAssocID="{E359A3E0-ADD2-0A49-B867-EF4C5867BDAC}" presName="theInnerList" presStyleCnt="0"/>
      <dgm:spPr/>
    </dgm:pt>
    <dgm:pt modelId="{574D217A-7A8D-8B49-B23C-5E7F5A938E98}" type="pres">
      <dgm:prSet presAssocID="{6FAD4CE1-7692-274D-BD76-5FB660705830}" presName="childNode" presStyleLbl="node1" presStyleIdx="17" presStyleCnt="20">
        <dgm:presLayoutVars>
          <dgm:bulletEnabled val="1"/>
        </dgm:presLayoutVars>
      </dgm:prSet>
      <dgm:spPr/>
    </dgm:pt>
    <dgm:pt modelId="{B13C72D5-5592-E04D-85C9-79DE554A523A}" type="pres">
      <dgm:prSet presAssocID="{6FAD4CE1-7692-274D-BD76-5FB660705830}" presName="aSpace2" presStyleCnt="0"/>
      <dgm:spPr/>
    </dgm:pt>
    <dgm:pt modelId="{D5F84112-5494-F048-8C3F-3D56B2EE94A0}" type="pres">
      <dgm:prSet presAssocID="{169B29EC-BFFB-1C4C-B2F1-A3DD834E4203}" presName="childNode" presStyleLbl="node1" presStyleIdx="18" presStyleCnt="20">
        <dgm:presLayoutVars>
          <dgm:bulletEnabled val="1"/>
        </dgm:presLayoutVars>
      </dgm:prSet>
      <dgm:spPr/>
    </dgm:pt>
    <dgm:pt modelId="{07A3CC0B-8CA1-7B42-AE47-5321B61F3C26}" type="pres">
      <dgm:prSet presAssocID="{169B29EC-BFFB-1C4C-B2F1-A3DD834E4203}" presName="aSpace2" presStyleCnt="0"/>
      <dgm:spPr/>
    </dgm:pt>
    <dgm:pt modelId="{19394182-97DB-AA4F-868F-19703121BBB6}" type="pres">
      <dgm:prSet presAssocID="{221150B6-B062-6944-B34A-6ABB709312EA}" presName="childNode" presStyleLbl="node1" presStyleIdx="19" presStyleCnt="20">
        <dgm:presLayoutVars>
          <dgm:bulletEnabled val="1"/>
        </dgm:presLayoutVars>
      </dgm:prSet>
      <dgm:spPr/>
    </dgm:pt>
  </dgm:ptLst>
  <dgm:cxnLst>
    <dgm:cxn modelId="{CE6E8302-AB2E-364B-84B0-017D05F551DF}" srcId="{619C8780-7380-B04D-A739-B0464E891376}" destId="{1CB6E683-5242-E249-AF84-6E0FBFD44957}" srcOrd="3" destOrd="0" parTransId="{8CAC34F7-2CD7-F542-A590-59D22370E3F3}" sibTransId="{4800AAD9-53B9-154D-8AB3-97DF88B30BFD}"/>
    <dgm:cxn modelId="{AAB5F903-0BBE-B942-A3F3-7940DB1CA746}" type="presOf" srcId="{169B29EC-BFFB-1C4C-B2F1-A3DD834E4203}" destId="{D5F84112-5494-F048-8C3F-3D56B2EE94A0}" srcOrd="0" destOrd="0" presId="urn:microsoft.com/office/officeart/2005/8/layout/lProcess2"/>
    <dgm:cxn modelId="{80163608-07B3-4D48-8B05-3C5F024118A6}" srcId="{E359A3E0-ADD2-0A49-B867-EF4C5867BDAC}" destId="{6FAD4CE1-7692-274D-BD76-5FB660705830}" srcOrd="0" destOrd="0" parTransId="{DE3531D6-317B-464E-A8F4-63BF06A0D369}" sibTransId="{A5C6465F-AE9D-7245-A93F-D87AEBC45863}"/>
    <dgm:cxn modelId="{C3C6C809-CF91-C44E-9764-0B53861EBA27}" srcId="{211AF6DB-FCAF-B640-8114-E388E1D6DBBB}" destId="{6552353F-12E8-7941-850C-87543173934F}" srcOrd="0" destOrd="0" parTransId="{CEADEFD2-E41F-C342-B29A-C04C47995B55}" sibTransId="{A396AB14-67E8-9F43-9338-F27690EDB09A}"/>
    <dgm:cxn modelId="{20B1A90B-5C00-504A-B63A-5254E948A889}" srcId="{E82542AA-1119-AC4F-80D6-1C50FF90B62A}" destId="{52B2FC49-1643-4444-95BA-B14C4E42E2CE}" srcOrd="1" destOrd="0" parTransId="{01CB6710-7441-9944-8D2C-851CF00638BB}" sibTransId="{22D04871-832D-CF49-945A-E9A4C77EDE57}"/>
    <dgm:cxn modelId="{7952200C-C05F-E541-852C-0123048F87AC}" type="presOf" srcId="{7E477E19-702E-0E42-93C5-6EB7BC890094}" destId="{BABFEAE9-BB54-2B4D-8BB9-17BCF1C34E9B}" srcOrd="1" destOrd="0" presId="urn:microsoft.com/office/officeart/2005/8/layout/lProcess2"/>
    <dgm:cxn modelId="{F555C50D-2EBB-5F47-8AE8-F85BD696256E}" srcId="{619C8780-7380-B04D-A739-B0464E891376}" destId="{B9BD3558-51A4-9140-BE4F-7379735B3F4C}" srcOrd="1" destOrd="0" parTransId="{6F08D336-ECCD-C747-B219-C878BC6B8D1C}" sibTransId="{9AA55D84-A948-534B-8CBC-EAF89A9EA7AA}"/>
    <dgm:cxn modelId="{A65F271B-5F59-A140-A3BD-E29487209893}" type="presOf" srcId="{7E477E19-702E-0E42-93C5-6EB7BC890094}" destId="{59BCE01B-14A4-1E49-8B4C-C382FB4F23B2}" srcOrd="0" destOrd="0" presId="urn:microsoft.com/office/officeart/2005/8/layout/lProcess2"/>
    <dgm:cxn modelId="{50F81E1D-59F7-A843-B574-7CDD4C598FCE}" srcId="{66BEAA57-B311-344D-86C6-227DED140233}" destId="{E0F27D3D-F840-F844-AE40-D8FC319DE26B}" srcOrd="2" destOrd="0" parTransId="{C691294A-E583-F14A-9DCD-36BD1D9B7DDE}" sibTransId="{ACABA0CA-4B80-4B40-85F9-B57C8E8710FB}"/>
    <dgm:cxn modelId="{CE506F1E-29EE-5D41-9FF0-D9934B2D1C70}" srcId="{69864401-814B-6E4C-9764-C5D5CEFFF73F}" destId="{12763C78-98F3-9846-B521-2DFE747CCB32}" srcOrd="1" destOrd="0" parTransId="{0CD04C3C-BD0E-8946-BB42-6CF697FE772F}" sibTransId="{D91F9581-7132-E742-8C8D-719C96AD4C41}"/>
    <dgm:cxn modelId="{D2E88D24-EBDD-164F-ACD3-77961485B773}" srcId="{211AF6DB-FCAF-B640-8114-E388E1D6DBBB}" destId="{C2C374B3-D08C-4448-AA47-B14272B552F3}" srcOrd="1" destOrd="0" parTransId="{D55FEECA-C3EA-A341-8883-D47DA545D955}" sibTransId="{29D618F8-093B-064A-9CC2-1814D23A8354}"/>
    <dgm:cxn modelId="{664E2626-BF29-C746-9476-CCD55667FC7A}" type="presOf" srcId="{C0FF7513-1088-824E-8BFD-AAE483138762}" destId="{249AD967-F0E7-7644-B9C5-C79B99094181}" srcOrd="0" destOrd="1" presId="urn:microsoft.com/office/officeart/2005/8/layout/lProcess2"/>
    <dgm:cxn modelId="{FB7BD730-6373-6541-8A2B-09718BCC4503}" type="presOf" srcId="{F6998733-69B1-484D-99E6-877881337A65}" destId="{3FFA74D9-6EE2-AD4F-BE66-CAC74C566726}" srcOrd="0" destOrd="1" presId="urn:microsoft.com/office/officeart/2005/8/layout/lProcess2"/>
    <dgm:cxn modelId="{B9C29835-3FA4-8B49-8E41-4EFFC788543A}" srcId="{7E477E19-702E-0E42-93C5-6EB7BC890094}" destId="{2D550030-252B-184D-BAB9-C84BD1514BFC}" srcOrd="3" destOrd="0" parTransId="{4ABE7344-B4FB-EB41-B15C-0F142B5C1F51}" sibTransId="{A1A313B2-6ABF-A24B-BF5C-FE428996E77A}"/>
    <dgm:cxn modelId="{7BDAEB37-F638-424B-861D-BC9F592314B6}" type="presOf" srcId="{6FAD4CE1-7692-274D-BD76-5FB660705830}" destId="{574D217A-7A8D-8B49-B23C-5E7F5A938E98}" srcOrd="0" destOrd="0" presId="urn:microsoft.com/office/officeart/2005/8/layout/lProcess2"/>
    <dgm:cxn modelId="{C2499C3A-FF53-584C-A307-91A1DDB90E43}" srcId="{E82542AA-1119-AC4F-80D6-1C50FF90B62A}" destId="{E359A3E0-ADD2-0A49-B867-EF4C5867BDAC}" srcOrd="5" destOrd="0" parTransId="{4B3039A8-C612-EC4E-9833-BD70D68AC070}" sibTransId="{8C41C13E-181B-2A47-9FE7-5549A7FE6A4A}"/>
    <dgm:cxn modelId="{38C24541-52A7-4248-B50C-22DC4117F359}" srcId="{7E477E19-702E-0E42-93C5-6EB7BC890094}" destId="{BA00AEB2-8B2F-0A43-8CA1-31FACF18F83E}" srcOrd="0" destOrd="0" parTransId="{11F35F3A-A9FE-8546-A53A-BAA0ACC772AB}" sibTransId="{42463591-93C9-5743-91F7-0DA6D391C2B7}"/>
    <dgm:cxn modelId="{CDB91E43-5F10-FC47-960E-FA36C1ED7D46}" type="presOf" srcId="{142E9713-CD87-8549-BB05-55C712D8A42A}" destId="{249AD967-F0E7-7644-B9C5-C79B99094181}" srcOrd="0" destOrd="0" presId="urn:microsoft.com/office/officeart/2005/8/layout/lProcess2"/>
    <dgm:cxn modelId="{2DE5E163-8975-7A4E-AC4F-E8307F99EA27}" type="presOf" srcId="{0E2C2B2F-FCA8-024B-8B2C-B4FEC51011EC}" destId="{F7FF843F-3BC3-AB41-87E2-2E2F61F8017D}" srcOrd="0" destOrd="0" presId="urn:microsoft.com/office/officeart/2005/8/layout/lProcess2"/>
    <dgm:cxn modelId="{6E589B44-B81E-1644-91EF-2B4B54831467}" srcId="{2B57AC44-6B9B-CB40-A04E-6A95867798E6}" destId="{2F544D26-4280-6749-9EF3-6F6492D621BE}" srcOrd="0" destOrd="0" parTransId="{B1F36025-B824-EA4E-9029-FD4CBB10AE6A}" sibTransId="{ACB76776-972C-FF4E-A378-F8159581BE05}"/>
    <dgm:cxn modelId="{FCD65865-0AA8-0C47-9FAB-008D6EACFD22}" srcId="{1CB6E683-5242-E249-AF84-6E0FBFD44957}" destId="{F4922F2B-31E9-CF44-9C31-51AEBCC2FDDB}" srcOrd="0" destOrd="0" parTransId="{EFAE9D7A-B27C-6643-B6C1-C13786C8238A}" sibTransId="{86C1C97F-DD3D-FD47-9BC5-5B22C2195EE6}"/>
    <dgm:cxn modelId="{17A69865-9E9C-CD4A-B7EB-1014FB0BD72A}" srcId="{E82542AA-1119-AC4F-80D6-1C50FF90B62A}" destId="{66BEAA57-B311-344D-86C6-227DED140233}" srcOrd="3" destOrd="0" parTransId="{76F950F1-2C56-3F4A-AE9D-CF48E4D99242}" sibTransId="{0327B544-25EC-1E44-B445-C6FE08CAB7BF}"/>
    <dgm:cxn modelId="{81F15667-F67C-914F-805A-92839EF2A703}" type="presOf" srcId="{52B2FC49-1643-4444-95BA-B14C4E42E2CE}" destId="{20A63A2F-B508-BD44-BA8E-CA47C4322358}" srcOrd="1" destOrd="0" presId="urn:microsoft.com/office/officeart/2005/8/layout/lProcess2"/>
    <dgm:cxn modelId="{A53CF947-A929-9645-92FD-DAF6F5B74AC6}" type="presOf" srcId="{0E2C2B2F-FCA8-024B-8B2C-B4FEC51011EC}" destId="{323F89B0-FC69-F640-91B8-6F60317DD2DB}" srcOrd="1" destOrd="0" presId="urn:microsoft.com/office/officeart/2005/8/layout/lProcess2"/>
    <dgm:cxn modelId="{CB117168-4BBC-CA49-A14B-498E46F86718}" type="presOf" srcId="{E0F27D3D-F840-F844-AE40-D8FC319DE26B}" destId="{8244B0BC-1AC1-4847-9FD7-0BDA59276F5A}" srcOrd="0" destOrd="0" presId="urn:microsoft.com/office/officeart/2005/8/layout/lProcess2"/>
    <dgm:cxn modelId="{F2AADB6A-61D2-BB46-96CF-F4C9FF10F6EB}" type="presOf" srcId="{32253E76-8D0E-DB46-801B-41EDD74A56FD}" destId="{005142F4-639F-CB45-9873-041F3720F264}" srcOrd="0" destOrd="1" presId="urn:microsoft.com/office/officeart/2005/8/layout/lProcess2"/>
    <dgm:cxn modelId="{EFB20E4C-47C9-0B4B-9F29-2AB637A29D53}" type="presOf" srcId="{2D550030-252B-184D-BAB9-C84BD1514BFC}" destId="{1054FAA5-FCED-5F4B-BF57-6C3B08708290}" srcOrd="0" destOrd="0" presId="urn:microsoft.com/office/officeart/2005/8/layout/lProcess2"/>
    <dgm:cxn modelId="{CBD93E6C-DD4F-004A-9EF0-41C00D0270B2}" type="presOf" srcId="{BA00AEB2-8B2F-0A43-8CA1-31FACF18F83E}" destId="{5C46B005-1AA4-AD43-8131-2591B3043F1E}" srcOrd="0" destOrd="0" presId="urn:microsoft.com/office/officeart/2005/8/layout/lProcess2"/>
    <dgm:cxn modelId="{738E6D6E-7810-6F45-8957-113983A02D18}" srcId="{66BEAA57-B311-344D-86C6-227DED140233}" destId="{5F6B81A3-FCD7-2144-9773-BC8680AE93F7}" srcOrd="3" destOrd="0" parTransId="{8D3E0A6C-6C85-9845-9D08-76D0151B140A}" sibTransId="{A07927DC-7701-5242-BAA9-742E5A21810B}"/>
    <dgm:cxn modelId="{3535D76E-0B02-814D-BAD8-4946753BC0AF}" srcId="{CE2CC261-1878-A841-82B1-0A4B5D738F0A}" destId="{2AFA506E-DD3F-894D-909E-3F50D787633B}" srcOrd="4" destOrd="0" parTransId="{99A0C9FD-DDD4-8842-870B-FEDD745F63DE}" sibTransId="{3AC52DE0-C44E-BA42-8327-2EF9DF976142}"/>
    <dgm:cxn modelId="{8B19914F-E747-124D-93F1-896631A718B8}" type="presOf" srcId="{6552353F-12E8-7941-850C-87543173934F}" destId="{A85FEC74-B567-DB4F-9081-916DB4689B20}" srcOrd="0" destOrd="1" presId="urn:microsoft.com/office/officeart/2005/8/layout/lProcess2"/>
    <dgm:cxn modelId="{75118B70-788C-EC42-A265-32FC8B3ED3C6}" type="presOf" srcId="{A79349CC-3ADD-C149-AB4D-BFAE57AC9896}" destId="{005142F4-639F-CB45-9873-041F3720F264}" srcOrd="0" destOrd="3" presId="urn:microsoft.com/office/officeart/2005/8/layout/lProcess2"/>
    <dgm:cxn modelId="{5D9ECB71-53B8-3A44-8878-00728E443F10}" type="presOf" srcId="{69DD2BDA-FFFA-D14F-BFB1-54D313099EF6}" destId="{005142F4-639F-CB45-9873-041F3720F264}" srcOrd="0" destOrd="4" presId="urn:microsoft.com/office/officeart/2005/8/layout/lProcess2"/>
    <dgm:cxn modelId="{FEDCDA53-E6ED-6149-A71C-5EAD4F75C408}" srcId="{0E2C2B2F-FCA8-024B-8B2C-B4FEC51011EC}" destId="{795105E7-170B-8840-9314-6199E5B61F82}" srcOrd="0" destOrd="0" parTransId="{D43B1D9F-484D-D245-AB6F-3C186834D438}" sibTransId="{05FCEE6B-83A5-1547-A10B-B5FE7527186E}"/>
    <dgm:cxn modelId="{80F41A74-8875-DB4C-A07C-2D6A1912CDC2}" type="presOf" srcId="{5F6B81A3-FCD7-2144-9773-BC8680AE93F7}" destId="{BACF63AE-E663-D644-8FBC-B438063CB7CE}" srcOrd="0" destOrd="0" presId="urn:microsoft.com/office/officeart/2005/8/layout/lProcess2"/>
    <dgm:cxn modelId="{DB3E7654-A11D-2F41-B0C5-16AF76142A1B}" type="presOf" srcId="{66BEAA57-B311-344D-86C6-227DED140233}" destId="{03FEEC05-24EA-D747-A772-5D6EDF7DAAE2}" srcOrd="0" destOrd="0" presId="urn:microsoft.com/office/officeart/2005/8/layout/lProcess2"/>
    <dgm:cxn modelId="{8B634356-8CE8-F149-AA67-369BF9EDC269}" srcId="{CE2CC261-1878-A841-82B1-0A4B5D738F0A}" destId="{69DD2BDA-FFFA-D14F-BFB1-54D313099EF6}" srcOrd="3" destOrd="0" parTransId="{2187E75A-3D40-8748-A39D-2A91AEEBF5DB}" sibTransId="{7E8E87A8-C53A-F04B-9B51-73212101FCC5}"/>
    <dgm:cxn modelId="{C61D2257-F96E-E341-B5FE-FB27982290D2}" type="presOf" srcId="{66BEAA57-B311-344D-86C6-227DED140233}" destId="{AC9A4D41-3A53-3249-8780-CAB0233E0FD9}" srcOrd="1" destOrd="0" presId="urn:microsoft.com/office/officeart/2005/8/layout/lProcess2"/>
    <dgm:cxn modelId="{DC737977-0E20-8C4E-A84E-C815C01A90EE}" srcId="{CE2CC261-1878-A841-82B1-0A4B5D738F0A}" destId="{32253E76-8D0E-DB46-801B-41EDD74A56FD}" srcOrd="0" destOrd="0" parTransId="{0F4C19A7-EC50-CD47-B756-F25F3D4517C6}" sibTransId="{AF56349B-8D89-304C-874B-68FBE7110809}"/>
    <dgm:cxn modelId="{2F587B57-6769-1245-B2AE-5019E96867F2}" srcId="{E82542AA-1119-AC4F-80D6-1C50FF90B62A}" destId="{0E2C2B2F-FCA8-024B-8B2C-B4FEC51011EC}" srcOrd="0" destOrd="0" parTransId="{EF727AD6-D06E-E94E-B943-3D68EE07F380}" sibTransId="{3E21F017-0086-B94E-B5B2-3D5BD35A6A8F}"/>
    <dgm:cxn modelId="{6EA32378-2302-D24C-896E-8873003F6E9B}" type="presOf" srcId="{0DFFB7A6-196C-5246-8613-A90DECE82525}" destId="{A05FA4F3-1693-6C4E-B040-F9F488C39ACB}" srcOrd="0" destOrd="0" presId="urn:microsoft.com/office/officeart/2005/8/layout/lProcess2"/>
    <dgm:cxn modelId="{EC6A4878-4EA2-CB4E-AE00-D65EE62B2BB1}" srcId="{211AF6DB-FCAF-B640-8114-E388E1D6DBBB}" destId="{3BE77BE0-2C9E-9441-8750-6720E2393B5E}" srcOrd="2" destOrd="0" parTransId="{0280345C-B4D9-7D4F-AD04-BF7B9CC4A7A4}" sibTransId="{09063B8A-262C-E846-B234-9790661AF580}"/>
    <dgm:cxn modelId="{6E44C77A-CF4C-044A-89E7-D6E1544CFCEA}" srcId="{619C8780-7380-B04D-A739-B0464E891376}" destId="{2B57AC44-6B9B-CB40-A04E-6A95867798E6}" srcOrd="2" destOrd="0" parTransId="{465CCC96-5BD0-9248-932F-F07C5F55FF73}" sibTransId="{E868A505-54BD-6C4C-B88B-8F4DBB7FDA4A}"/>
    <dgm:cxn modelId="{8417257F-F09E-8E43-BD9F-08E4D332E544}" srcId="{B9BD3558-51A4-9140-BE4F-7379735B3F4C}" destId="{F6998733-69B1-484D-99E6-877881337A65}" srcOrd="0" destOrd="0" parTransId="{5EBB2C36-495E-EB42-931A-C388B74C086F}" sibTransId="{B0C0098C-3379-2D4A-9EBF-5A0F08A6150C}"/>
    <dgm:cxn modelId="{43D4647F-35D7-824F-ACE8-BC6845BC5E78}" srcId="{7E477E19-702E-0E42-93C5-6EB7BC890094}" destId="{211AF6DB-FCAF-B640-8114-E388E1D6DBBB}" srcOrd="4" destOrd="0" parTransId="{AA58CE70-210C-C641-A153-90DB991E612A}" sibTransId="{9EC342FD-6A2E-4C4D-9C30-20EE8C33EC08}"/>
    <dgm:cxn modelId="{79BEC680-E433-E440-8F0A-94116B91EC1D}" srcId="{1CB6E683-5242-E249-AF84-6E0FBFD44957}" destId="{CC4141BB-25A7-984B-8206-A84722014E45}" srcOrd="1" destOrd="0" parTransId="{8BFF8585-0D9B-7B46-9B95-B6204C598777}" sibTransId="{4180E24B-90EB-7845-8FAF-3B13618E60F9}"/>
    <dgm:cxn modelId="{F7D1BE85-C133-A549-9447-31FDA17480C5}" type="presOf" srcId="{CC4141BB-25A7-984B-8206-A84722014E45}" destId="{6C4B00F4-C017-CA44-B232-5E269AAD0EBF}" srcOrd="0" destOrd="2" presId="urn:microsoft.com/office/officeart/2005/8/layout/lProcess2"/>
    <dgm:cxn modelId="{9DD22D86-1846-2E4F-8C04-04EAF3CA8C46}" type="presOf" srcId="{3242C3F9-AE2D-6F4B-B73D-2F0802A62B7C}" destId="{6EB3AEFD-783B-744E-81CE-948BDDC0A5AF}" srcOrd="0" destOrd="0" presId="urn:microsoft.com/office/officeart/2005/8/layout/lProcess2"/>
    <dgm:cxn modelId="{D5C87886-D5C0-B649-BF06-190318611F60}" type="presOf" srcId="{C5B8FA0B-F2A8-AE40-9103-2F30735A73DF}" destId="{61E2B024-DAE0-1E48-AE99-163C83A23C11}" srcOrd="0" destOrd="2" presId="urn:microsoft.com/office/officeart/2005/8/layout/lProcess2"/>
    <dgm:cxn modelId="{E3B71489-8EC5-914A-AC2E-3C5EAD79D45F}" srcId="{619C8780-7380-B04D-A739-B0464E891376}" destId="{69864401-814B-6E4C-9764-C5D5CEFFF73F}" srcOrd="0" destOrd="0" parTransId="{248024C3-F2FD-5A47-8C84-287F4643CD27}" sibTransId="{4A001C19-B8FD-1E43-9DB9-2C1A0EF8CFA7}"/>
    <dgm:cxn modelId="{4945F88E-9F64-164C-A7E4-E1A44AB4B02A}" srcId="{66BEAA57-B311-344D-86C6-227DED140233}" destId="{59F1FBE0-3C4C-EF4C-ACA8-B5F38074F8DE}" srcOrd="0" destOrd="0" parTransId="{A1CE4EE9-37AC-EF48-8E6E-EA7F6358D7A8}" sibTransId="{B915CEA2-8B75-D745-981A-32AED2C1FF3C}"/>
    <dgm:cxn modelId="{5EE88C8F-1927-A044-9507-025465A7B390}" srcId="{2B57AC44-6B9B-CB40-A04E-6A95867798E6}" destId="{C5B8FA0B-F2A8-AE40-9103-2F30735A73DF}" srcOrd="1" destOrd="0" parTransId="{657EFE0C-5248-F64B-B50B-BEBF7C015C5F}" sibTransId="{BEB2FBFF-3E4F-5241-A4FE-2EA82E0A89BD}"/>
    <dgm:cxn modelId="{BD71B28F-B967-B846-B23A-5D1DC98604F3}" srcId="{CE2CC261-1878-A841-82B1-0A4B5D738F0A}" destId="{A79349CC-3ADD-C149-AB4D-BFAE57AC9896}" srcOrd="2" destOrd="0" parTransId="{BF246DBB-5D43-5148-AF66-2F097642E530}" sibTransId="{2F61B9E6-B870-AD45-9F4C-9F490B28DFC0}"/>
    <dgm:cxn modelId="{38882292-9D0B-5E4E-AB4D-E0DCDFC4F921}" type="presOf" srcId="{3BE77BE0-2C9E-9441-8750-6720E2393B5E}" destId="{A85FEC74-B567-DB4F-9081-916DB4689B20}" srcOrd="0" destOrd="3" presId="urn:microsoft.com/office/officeart/2005/8/layout/lProcess2"/>
    <dgm:cxn modelId="{A2893A93-8CF4-654E-9789-AF6E789A1BD7}" srcId="{7E477E19-702E-0E42-93C5-6EB7BC890094}" destId="{0DFFB7A6-196C-5246-8613-A90DECE82525}" srcOrd="2" destOrd="0" parTransId="{050ED7D9-9129-CF45-8F33-C582C100CA62}" sibTransId="{DB85273E-0FCE-2741-83A3-E960FE0CB6E8}"/>
    <dgm:cxn modelId="{33C7239E-3C75-B947-A4F7-6CC74ABBFBA5}" type="presOf" srcId="{69864401-814B-6E4C-9764-C5D5CEFFF73F}" destId="{28117858-7DCF-F841-8F7E-91500F05CDBE}" srcOrd="0" destOrd="0" presId="urn:microsoft.com/office/officeart/2005/8/layout/lProcess2"/>
    <dgm:cxn modelId="{DC9E4DA3-9C9A-A645-8AC2-57B65E977BC8}" srcId="{52B2FC49-1643-4444-95BA-B14C4E42E2CE}" destId="{CE2CC261-1878-A841-82B1-0A4B5D738F0A}" srcOrd="1" destOrd="0" parTransId="{22B81FEA-6542-EF48-8FBB-CCBD220C91CB}" sibTransId="{4DFF91FE-5B1B-AD46-AE21-908FF279800F}"/>
    <dgm:cxn modelId="{E05346A4-F327-364F-B574-C8307828D4F6}" type="presOf" srcId="{211AF6DB-FCAF-B640-8114-E388E1D6DBBB}" destId="{A85FEC74-B567-DB4F-9081-916DB4689B20}" srcOrd="0" destOrd="0" presId="urn:microsoft.com/office/officeart/2005/8/layout/lProcess2"/>
    <dgm:cxn modelId="{FBB8F3A7-A6A3-EB4C-87C3-0FF5FF5AD93A}" type="presOf" srcId="{12763C78-98F3-9846-B521-2DFE747CCB32}" destId="{28117858-7DCF-F841-8F7E-91500F05CDBE}" srcOrd="0" destOrd="2" presId="urn:microsoft.com/office/officeart/2005/8/layout/lProcess2"/>
    <dgm:cxn modelId="{E5FD43AB-38CC-C64E-8413-B2E2E5086D0B}" type="presOf" srcId="{F4922F2B-31E9-CF44-9C31-51AEBCC2FDDB}" destId="{6C4B00F4-C017-CA44-B232-5E269AAD0EBF}" srcOrd="0" destOrd="1" presId="urn:microsoft.com/office/officeart/2005/8/layout/lProcess2"/>
    <dgm:cxn modelId="{BBC3C1AD-1422-D14E-8096-D4509200A710}" srcId="{E359A3E0-ADD2-0A49-B867-EF4C5867BDAC}" destId="{169B29EC-BFFB-1C4C-B2F1-A3DD834E4203}" srcOrd="1" destOrd="0" parTransId="{E13CA806-FF95-0D4F-A1DC-C46AE52DD5D5}" sibTransId="{49C270B9-5C2B-B544-B1AA-EBAF33CD2BD6}"/>
    <dgm:cxn modelId="{A8D64DB0-3CBE-1E49-8CCC-7BD521980A7A}" type="presOf" srcId="{59F1FBE0-3C4C-EF4C-ACA8-B5F38074F8DE}" destId="{F059739E-C3C1-7644-8113-2408A10B0C22}" srcOrd="0" destOrd="0" presId="urn:microsoft.com/office/officeart/2005/8/layout/lProcess2"/>
    <dgm:cxn modelId="{8D01B8B4-8946-BB4A-8D8C-765B20D7CA73}" type="presOf" srcId="{2B57AC44-6B9B-CB40-A04E-6A95867798E6}" destId="{61E2B024-DAE0-1E48-AE99-163C83A23C11}" srcOrd="0" destOrd="0" presId="urn:microsoft.com/office/officeart/2005/8/layout/lProcess2"/>
    <dgm:cxn modelId="{B39EA9B5-8E81-F040-AB16-BD3CA569617E}" srcId="{7E477E19-702E-0E42-93C5-6EB7BC890094}" destId="{7B5373FC-6CBB-BE46-9354-673ACC350BE8}" srcOrd="1" destOrd="0" parTransId="{7248F2CB-08B4-0542-8E86-68F805CD9C71}" sibTransId="{9F9D0964-EB15-0B49-B969-95464EAD4742}"/>
    <dgm:cxn modelId="{131CF1B7-FABB-6F43-8F1C-C688C1AAAC8D}" type="presOf" srcId="{E359A3E0-ADD2-0A49-B867-EF4C5867BDAC}" destId="{9204BC2C-F338-774C-A3CE-500D9B4DE3D3}" srcOrd="0" destOrd="0" presId="urn:microsoft.com/office/officeart/2005/8/layout/lProcess2"/>
    <dgm:cxn modelId="{42E09DBA-6943-6A40-940F-6E0DAC473B5F}" srcId="{CE2CC261-1878-A841-82B1-0A4B5D738F0A}" destId="{80826B9A-C892-B846-88D8-61DCBC9B18CC}" srcOrd="1" destOrd="0" parTransId="{C0A00245-E56C-0946-A8F9-4D9D0E78B5C4}" sibTransId="{B7146948-881D-2542-971B-B19DFDCA9859}"/>
    <dgm:cxn modelId="{03BDC9C1-340B-0D40-9439-C6F287121A22}" type="presOf" srcId="{1CB6E683-5242-E249-AF84-6E0FBFD44957}" destId="{6C4B00F4-C017-CA44-B232-5E269AAD0EBF}" srcOrd="0" destOrd="0" presId="urn:microsoft.com/office/officeart/2005/8/layout/lProcess2"/>
    <dgm:cxn modelId="{302842C2-CD16-C940-9910-3B415E31EC01}" type="presOf" srcId="{7B5373FC-6CBB-BE46-9354-673ACC350BE8}" destId="{0C3FD05A-8DCE-C145-8865-B3129B95B646}" srcOrd="0" destOrd="0" presId="urn:microsoft.com/office/officeart/2005/8/layout/lProcess2"/>
    <dgm:cxn modelId="{ED306AC4-0BB5-1649-91C9-2C6E41B341C1}" type="presOf" srcId="{2AFA506E-DD3F-894D-909E-3F50D787633B}" destId="{005142F4-639F-CB45-9873-041F3720F264}" srcOrd="0" destOrd="5" presId="urn:microsoft.com/office/officeart/2005/8/layout/lProcess2"/>
    <dgm:cxn modelId="{FF2CDCC5-0F6A-E444-AB95-11596776B17D}" type="presOf" srcId="{C2C374B3-D08C-4448-AA47-B14272B552F3}" destId="{A85FEC74-B567-DB4F-9081-916DB4689B20}" srcOrd="0" destOrd="2" presId="urn:microsoft.com/office/officeart/2005/8/layout/lProcess2"/>
    <dgm:cxn modelId="{6B7798C8-8BF3-864E-BCF1-85882A57C358}" srcId="{69864401-814B-6E4C-9764-C5D5CEFFF73F}" destId="{F5A425BF-4804-AB4E-9433-EAAAA98382F2}" srcOrd="0" destOrd="0" parTransId="{B3063258-499C-5E41-8DAE-711965D621DA}" sibTransId="{1113C07A-06B2-1142-8CA0-BE15E853B14A}"/>
    <dgm:cxn modelId="{EA35D9C8-C989-CB4A-A016-0E00F88A8D6B}" srcId="{E82542AA-1119-AC4F-80D6-1C50FF90B62A}" destId="{619C8780-7380-B04D-A739-B0464E891376}" srcOrd="2" destOrd="0" parTransId="{263D820E-BE42-1644-81A7-F50E1A2075DA}" sibTransId="{3A8378BC-5C4A-4047-A236-D7017CE937AC}"/>
    <dgm:cxn modelId="{FF9038CC-B76E-4642-BDF4-B57F76D5B57A}" type="presOf" srcId="{221150B6-B062-6944-B34A-6ABB709312EA}" destId="{19394182-97DB-AA4F-868F-19703121BBB6}" srcOrd="0" destOrd="0" presId="urn:microsoft.com/office/officeart/2005/8/layout/lProcess2"/>
    <dgm:cxn modelId="{5A6B39CE-94B8-9B47-9C96-43760A4CF9FC}" type="presOf" srcId="{F5A425BF-4804-AB4E-9433-EAAAA98382F2}" destId="{28117858-7DCF-F841-8F7E-91500F05CDBE}" srcOrd="0" destOrd="1" presId="urn:microsoft.com/office/officeart/2005/8/layout/lProcess2"/>
    <dgm:cxn modelId="{EEEE45CF-B370-DC41-8F2A-9A44672CF418}" srcId="{66BEAA57-B311-344D-86C6-227DED140233}" destId="{3242C3F9-AE2D-6F4B-B73D-2F0802A62B7C}" srcOrd="4" destOrd="0" parTransId="{AA1CFE07-9197-4948-81AA-DA6FF7CAD8E6}" sibTransId="{3577FF6E-1CD8-2A43-B615-436F5A8853EA}"/>
    <dgm:cxn modelId="{0300C2CF-9A30-5347-AE6B-661863E1A474}" type="presOf" srcId="{80826B9A-C892-B846-88D8-61DCBC9B18CC}" destId="{005142F4-639F-CB45-9873-041F3720F264}" srcOrd="0" destOrd="2" presId="urn:microsoft.com/office/officeart/2005/8/layout/lProcess2"/>
    <dgm:cxn modelId="{C375AED3-559D-BD4D-8D82-2E156EEF6D9F}" type="presOf" srcId="{E359A3E0-ADD2-0A49-B867-EF4C5867BDAC}" destId="{D8B9B93B-CF2A-4845-AE76-3E21805086DF}" srcOrd="1" destOrd="0" presId="urn:microsoft.com/office/officeart/2005/8/layout/lProcess2"/>
    <dgm:cxn modelId="{034DB5D5-FCE5-C241-A2F9-31EAD62A874D}" srcId="{52B2FC49-1643-4444-95BA-B14C4E42E2CE}" destId="{142E9713-CD87-8549-BB05-55C712D8A42A}" srcOrd="0" destOrd="0" parTransId="{56E31CDE-66A4-3C44-998A-912D821AABC5}" sibTransId="{6A8950ED-C4C5-8B43-BFC8-1A19DD898934}"/>
    <dgm:cxn modelId="{5FA0F8D6-F1DE-F240-8179-874C88533CC1}" type="presOf" srcId="{52B2FC49-1643-4444-95BA-B14C4E42E2CE}" destId="{70B897AA-254E-474C-B58D-9B112DD65CB0}" srcOrd="0" destOrd="0" presId="urn:microsoft.com/office/officeart/2005/8/layout/lProcess2"/>
    <dgm:cxn modelId="{C3EA30DC-BF0E-0E46-B283-A5FECAE1F434}" type="presOf" srcId="{2F544D26-4280-6749-9EF3-6F6492D621BE}" destId="{61E2B024-DAE0-1E48-AE99-163C83A23C11}" srcOrd="0" destOrd="1" presId="urn:microsoft.com/office/officeart/2005/8/layout/lProcess2"/>
    <dgm:cxn modelId="{0D7008DD-6096-0644-9119-A763BC9A095B}" type="presOf" srcId="{795105E7-170B-8840-9314-6199E5B61F82}" destId="{FED1F6F4-9EB5-DC45-9DDB-7A727D816172}" srcOrd="0" destOrd="0" presId="urn:microsoft.com/office/officeart/2005/8/layout/lProcess2"/>
    <dgm:cxn modelId="{20BA70DF-2A7D-1348-97FD-D8367E572A2E}" srcId="{E82542AA-1119-AC4F-80D6-1C50FF90B62A}" destId="{7E477E19-702E-0E42-93C5-6EB7BC890094}" srcOrd="4" destOrd="0" parTransId="{AF49DDFA-5073-474F-9F16-7DD144F54C04}" sibTransId="{D7E04161-E622-7642-A4DF-AADB88C9CEE7}"/>
    <dgm:cxn modelId="{03E12BE5-4411-3748-AD99-0A249D2810DC}" type="presOf" srcId="{619C8780-7380-B04D-A739-B0464E891376}" destId="{5F7B780C-D99C-7348-9B7D-7DE2CA38CA63}" srcOrd="1" destOrd="0" presId="urn:microsoft.com/office/officeart/2005/8/layout/lProcess2"/>
    <dgm:cxn modelId="{979189E6-43DB-D949-888E-08527FB656C5}" srcId="{142E9713-CD87-8549-BB05-55C712D8A42A}" destId="{C0FF7513-1088-824E-8BFD-AAE483138762}" srcOrd="0" destOrd="0" parTransId="{A3CEB270-71B2-D74D-91B8-E68A613EDF23}" sibTransId="{4B598EEB-DF7F-334D-8855-42C40BBD8B01}"/>
    <dgm:cxn modelId="{B3F089E9-0DC6-0442-84C7-161F928669E1}" type="presOf" srcId="{CE2CC261-1878-A841-82B1-0A4B5D738F0A}" destId="{005142F4-639F-CB45-9873-041F3720F264}" srcOrd="0" destOrd="0" presId="urn:microsoft.com/office/officeart/2005/8/layout/lProcess2"/>
    <dgm:cxn modelId="{7A43B1F0-6D6D-6C45-A8C6-985FEC77AC80}" type="presOf" srcId="{E892B5A5-3DAE-5145-B2DD-16A24F692E7D}" destId="{D270A10B-3BB8-564D-985E-3695C2F649D2}" srcOrd="0" destOrd="0" presId="urn:microsoft.com/office/officeart/2005/8/layout/lProcess2"/>
    <dgm:cxn modelId="{18C236F3-D204-EA4D-8FED-A81B80ACFE4C}" type="presOf" srcId="{619C8780-7380-B04D-A739-B0464E891376}" destId="{8E3F500B-0C33-A446-A096-5B5727350454}" srcOrd="0" destOrd="0" presId="urn:microsoft.com/office/officeart/2005/8/layout/lProcess2"/>
    <dgm:cxn modelId="{96C835F5-F593-B846-BE5F-28BB55431606}" srcId="{66BEAA57-B311-344D-86C6-227DED140233}" destId="{E892B5A5-3DAE-5145-B2DD-16A24F692E7D}" srcOrd="1" destOrd="0" parTransId="{3D6F22E7-F9AC-C24A-8CA8-BD5F58E5DFD1}" sibTransId="{D235FF1F-FD61-E140-8A3D-242789927DC1}"/>
    <dgm:cxn modelId="{8BFD52F6-F09B-6846-8439-03CE0D53ADC3}" type="presOf" srcId="{B9BD3558-51A4-9140-BE4F-7379735B3F4C}" destId="{3FFA74D9-6EE2-AD4F-BE66-CAC74C566726}" srcOrd="0" destOrd="0" presId="urn:microsoft.com/office/officeart/2005/8/layout/lProcess2"/>
    <dgm:cxn modelId="{AC9507F8-3DC9-964C-AE17-A4CF5C9BE0CF}" srcId="{E359A3E0-ADD2-0A49-B867-EF4C5867BDAC}" destId="{221150B6-B062-6944-B34A-6ABB709312EA}" srcOrd="2" destOrd="0" parTransId="{41696DCE-C073-B545-BB67-5DC24459EB13}" sibTransId="{C4BB59AB-8D92-7848-8507-B2512090BACB}"/>
    <dgm:cxn modelId="{48A49AFB-5857-AC41-A12A-5BCFEB6CED65}" type="presOf" srcId="{E82542AA-1119-AC4F-80D6-1C50FF90B62A}" destId="{F2348852-BC8C-7F44-8D35-886DFFA800D7}" srcOrd="0" destOrd="0" presId="urn:microsoft.com/office/officeart/2005/8/layout/lProcess2"/>
    <dgm:cxn modelId="{EE4B9FF8-3B36-704D-AF7A-A71956C25BA0}" type="presParOf" srcId="{F2348852-BC8C-7F44-8D35-886DFFA800D7}" destId="{0DAA3CC6-A010-054C-91B0-37374247BC49}" srcOrd="0" destOrd="0" presId="urn:microsoft.com/office/officeart/2005/8/layout/lProcess2"/>
    <dgm:cxn modelId="{120EAEC3-98B5-594F-9B28-E32FB0557C29}" type="presParOf" srcId="{0DAA3CC6-A010-054C-91B0-37374247BC49}" destId="{F7FF843F-3BC3-AB41-87E2-2E2F61F8017D}" srcOrd="0" destOrd="0" presId="urn:microsoft.com/office/officeart/2005/8/layout/lProcess2"/>
    <dgm:cxn modelId="{B2C651C4-C156-F446-8699-4CD29B4DC773}" type="presParOf" srcId="{0DAA3CC6-A010-054C-91B0-37374247BC49}" destId="{323F89B0-FC69-F640-91B8-6F60317DD2DB}" srcOrd="1" destOrd="0" presId="urn:microsoft.com/office/officeart/2005/8/layout/lProcess2"/>
    <dgm:cxn modelId="{C452D751-061C-B54A-9965-4CCE32260117}" type="presParOf" srcId="{0DAA3CC6-A010-054C-91B0-37374247BC49}" destId="{D4ADB1D0-15C2-254C-8CA7-5DB019DEBA78}" srcOrd="2" destOrd="0" presId="urn:microsoft.com/office/officeart/2005/8/layout/lProcess2"/>
    <dgm:cxn modelId="{7C8C9883-77AB-F54A-BCED-51F468B9BC5B}" type="presParOf" srcId="{D4ADB1D0-15C2-254C-8CA7-5DB019DEBA78}" destId="{3382640D-DF5B-3142-A6EF-6AF16581250C}" srcOrd="0" destOrd="0" presId="urn:microsoft.com/office/officeart/2005/8/layout/lProcess2"/>
    <dgm:cxn modelId="{2066F890-B6B9-AA4E-B474-271E3D7E0F71}" type="presParOf" srcId="{3382640D-DF5B-3142-A6EF-6AF16581250C}" destId="{FED1F6F4-9EB5-DC45-9DDB-7A727D816172}" srcOrd="0" destOrd="0" presId="urn:microsoft.com/office/officeart/2005/8/layout/lProcess2"/>
    <dgm:cxn modelId="{6A7CDE70-C9D9-9B41-BAEB-18B2171C3431}" type="presParOf" srcId="{F2348852-BC8C-7F44-8D35-886DFFA800D7}" destId="{5363528F-126D-7A48-8E0A-9BC999CF6BB8}" srcOrd="1" destOrd="0" presId="urn:microsoft.com/office/officeart/2005/8/layout/lProcess2"/>
    <dgm:cxn modelId="{5740E4DB-02FE-E24A-93D1-01D95614D853}" type="presParOf" srcId="{F2348852-BC8C-7F44-8D35-886DFFA800D7}" destId="{BFF08E5A-318E-6147-8C97-957210D2FEB2}" srcOrd="2" destOrd="0" presId="urn:microsoft.com/office/officeart/2005/8/layout/lProcess2"/>
    <dgm:cxn modelId="{0E1ADC31-F152-1A47-AB14-D42D9882B126}" type="presParOf" srcId="{BFF08E5A-318E-6147-8C97-957210D2FEB2}" destId="{70B897AA-254E-474C-B58D-9B112DD65CB0}" srcOrd="0" destOrd="0" presId="urn:microsoft.com/office/officeart/2005/8/layout/lProcess2"/>
    <dgm:cxn modelId="{9D549B6A-5F41-EC4D-9DB8-7D46940F1E0D}" type="presParOf" srcId="{BFF08E5A-318E-6147-8C97-957210D2FEB2}" destId="{20A63A2F-B508-BD44-BA8E-CA47C4322358}" srcOrd="1" destOrd="0" presId="urn:microsoft.com/office/officeart/2005/8/layout/lProcess2"/>
    <dgm:cxn modelId="{E61604BF-56CF-D147-93B3-5D1F5AEADBE6}" type="presParOf" srcId="{BFF08E5A-318E-6147-8C97-957210D2FEB2}" destId="{792828BD-286B-8342-9861-6917CAFC5886}" srcOrd="2" destOrd="0" presId="urn:microsoft.com/office/officeart/2005/8/layout/lProcess2"/>
    <dgm:cxn modelId="{FFA45CEB-E47C-C840-825F-E4F9FB4DE710}" type="presParOf" srcId="{792828BD-286B-8342-9861-6917CAFC5886}" destId="{D38CD102-03B5-FC48-9588-538C489AC092}" srcOrd="0" destOrd="0" presId="urn:microsoft.com/office/officeart/2005/8/layout/lProcess2"/>
    <dgm:cxn modelId="{6B72A2FE-F39B-7042-8B3C-C90F3287DE68}" type="presParOf" srcId="{D38CD102-03B5-FC48-9588-538C489AC092}" destId="{249AD967-F0E7-7644-B9C5-C79B99094181}" srcOrd="0" destOrd="0" presId="urn:microsoft.com/office/officeart/2005/8/layout/lProcess2"/>
    <dgm:cxn modelId="{EB10521B-01F0-EC43-89D2-D6C85E73E395}" type="presParOf" srcId="{D38CD102-03B5-FC48-9588-538C489AC092}" destId="{4C08B893-76C1-6A4E-ACC6-6F85EEAFE99A}" srcOrd="1" destOrd="0" presId="urn:microsoft.com/office/officeart/2005/8/layout/lProcess2"/>
    <dgm:cxn modelId="{AEC3DDF4-9761-1A48-9B05-16AAC7246273}" type="presParOf" srcId="{D38CD102-03B5-FC48-9588-538C489AC092}" destId="{005142F4-639F-CB45-9873-041F3720F264}" srcOrd="2" destOrd="0" presId="urn:microsoft.com/office/officeart/2005/8/layout/lProcess2"/>
    <dgm:cxn modelId="{21E2230A-7523-D24F-ADE9-C354841122C3}" type="presParOf" srcId="{F2348852-BC8C-7F44-8D35-886DFFA800D7}" destId="{D46D3199-27CF-464C-B6AA-B72B04C114CD}" srcOrd="3" destOrd="0" presId="urn:microsoft.com/office/officeart/2005/8/layout/lProcess2"/>
    <dgm:cxn modelId="{6944EB2A-E5F9-7145-8CA8-82B3001D1B59}" type="presParOf" srcId="{F2348852-BC8C-7F44-8D35-886DFFA800D7}" destId="{7400FA32-78DF-6A4B-9246-211A91F80699}" srcOrd="4" destOrd="0" presId="urn:microsoft.com/office/officeart/2005/8/layout/lProcess2"/>
    <dgm:cxn modelId="{F3C6D74F-53E6-FF40-897A-58F8EA1644DE}" type="presParOf" srcId="{7400FA32-78DF-6A4B-9246-211A91F80699}" destId="{8E3F500B-0C33-A446-A096-5B5727350454}" srcOrd="0" destOrd="0" presId="urn:microsoft.com/office/officeart/2005/8/layout/lProcess2"/>
    <dgm:cxn modelId="{73B1A158-2F75-1E45-9E8D-09D7F41EAA6C}" type="presParOf" srcId="{7400FA32-78DF-6A4B-9246-211A91F80699}" destId="{5F7B780C-D99C-7348-9B7D-7DE2CA38CA63}" srcOrd="1" destOrd="0" presId="urn:microsoft.com/office/officeart/2005/8/layout/lProcess2"/>
    <dgm:cxn modelId="{C4D58905-F98D-A84D-A405-3B43889CC9A2}" type="presParOf" srcId="{7400FA32-78DF-6A4B-9246-211A91F80699}" destId="{A356C41D-9704-6B48-9E61-390F8A3C14D9}" srcOrd="2" destOrd="0" presId="urn:microsoft.com/office/officeart/2005/8/layout/lProcess2"/>
    <dgm:cxn modelId="{46F2F219-E383-6F43-9F70-1DABA6CA31C6}" type="presParOf" srcId="{A356C41D-9704-6B48-9E61-390F8A3C14D9}" destId="{ED8D1B10-9D41-5F45-B313-D860E284ED0F}" srcOrd="0" destOrd="0" presId="urn:microsoft.com/office/officeart/2005/8/layout/lProcess2"/>
    <dgm:cxn modelId="{675ABDD7-55B5-C545-A39F-7F4A97A43933}" type="presParOf" srcId="{ED8D1B10-9D41-5F45-B313-D860E284ED0F}" destId="{28117858-7DCF-F841-8F7E-91500F05CDBE}" srcOrd="0" destOrd="0" presId="urn:microsoft.com/office/officeart/2005/8/layout/lProcess2"/>
    <dgm:cxn modelId="{4CFB6242-1316-A943-993F-61281F9188B2}" type="presParOf" srcId="{ED8D1B10-9D41-5F45-B313-D860E284ED0F}" destId="{980C1AAD-B67C-5E40-8245-9DD9B4ED99CB}" srcOrd="1" destOrd="0" presId="urn:microsoft.com/office/officeart/2005/8/layout/lProcess2"/>
    <dgm:cxn modelId="{0362CC1A-8ED4-CC49-A0F5-8A25BEA173E4}" type="presParOf" srcId="{ED8D1B10-9D41-5F45-B313-D860E284ED0F}" destId="{3FFA74D9-6EE2-AD4F-BE66-CAC74C566726}" srcOrd="2" destOrd="0" presId="urn:microsoft.com/office/officeart/2005/8/layout/lProcess2"/>
    <dgm:cxn modelId="{17C77CBE-D73A-194A-8900-04E750CEA785}" type="presParOf" srcId="{ED8D1B10-9D41-5F45-B313-D860E284ED0F}" destId="{DA7D9C62-6107-A548-A9BE-633B1B936C39}" srcOrd="3" destOrd="0" presId="urn:microsoft.com/office/officeart/2005/8/layout/lProcess2"/>
    <dgm:cxn modelId="{E89866FF-DA3F-1140-8A03-3999F6E7E741}" type="presParOf" srcId="{ED8D1B10-9D41-5F45-B313-D860E284ED0F}" destId="{61E2B024-DAE0-1E48-AE99-163C83A23C11}" srcOrd="4" destOrd="0" presId="urn:microsoft.com/office/officeart/2005/8/layout/lProcess2"/>
    <dgm:cxn modelId="{21C77B5B-1354-5544-A13B-DB77712D8E1F}" type="presParOf" srcId="{ED8D1B10-9D41-5F45-B313-D860E284ED0F}" destId="{0C4057B1-BA96-F340-ADA8-8A7293C62BD2}" srcOrd="5" destOrd="0" presId="urn:microsoft.com/office/officeart/2005/8/layout/lProcess2"/>
    <dgm:cxn modelId="{9CCA453E-BA08-894D-85A8-8FFF878AD78C}" type="presParOf" srcId="{ED8D1B10-9D41-5F45-B313-D860E284ED0F}" destId="{6C4B00F4-C017-CA44-B232-5E269AAD0EBF}" srcOrd="6" destOrd="0" presId="urn:microsoft.com/office/officeart/2005/8/layout/lProcess2"/>
    <dgm:cxn modelId="{EE4968A6-B78A-F34D-9DF2-D6DD53E0E8A4}" type="presParOf" srcId="{F2348852-BC8C-7F44-8D35-886DFFA800D7}" destId="{38C5FAE2-7E5E-F04D-8ACF-1646CCE7E8FB}" srcOrd="5" destOrd="0" presId="urn:microsoft.com/office/officeart/2005/8/layout/lProcess2"/>
    <dgm:cxn modelId="{81F74F29-2A28-CC47-8131-B2255A4A3BCB}" type="presParOf" srcId="{F2348852-BC8C-7F44-8D35-886DFFA800D7}" destId="{F73034FA-4665-574B-BA19-3826F57FB3F9}" srcOrd="6" destOrd="0" presId="urn:microsoft.com/office/officeart/2005/8/layout/lProcess2"/>
    <dgm:cxn modelId="{9B3049C4-C9BB-634B-AD7F-F8767CC13A4B}" type="presParOf" srcId="{F73034FA-4665-574B-BA19-3826F57FB3F9}" destId="{03FEEC05-24EA-D747-A772-5D6EDF7DAAE2}" srcOrd="0" destOrd="0" presId="urn:microsoft.com/office/officeart/2005/8/layout/lProcess2"/>
    <dgm:cxn modelId="{7139B7C9-053A-AC4F-B653-042F7418D69C}" type="presParOf" srcId="{F73034FA-4665-574B-BA19-3826F57FB3F9}" destId="{AC9A4D41-3A53-3249-8780-CAB0233E0FD9}" srcOrd="1" destOrd="0" presId="urn:microsoft.com/office/officeart/2005/8/layout/lProcess2"/>
    <dgm:cxn modelId="{D184D268-4719-A449-942E-59A7B4A961A6}" type="presParOf" srcId="{F73034FA-4665-574B-BA19-3826F57FB3F9}" destId="{8D484968-31DB-D444-9277-382116ED7504}" srcOrd="2" destOrd="0" presId="urn:microsoft.com/office/officeart/2005/8/layout/lProcess2"/>
    <dgm:cxn modelId="{31EA5485-F91C-9D42-9479-3750B4692BBA}" type="presParOf" srcId="{8D484968-31DB-D444-9277-382116ED7504}" destId="{55642AC0-DC96-864C-9AE5-378AF637FB1A}" srcOrd="0" destOrd="0" presId="urn:microsoft.com/office/officeart/2005/8/layout/lProcess2"/>
    <dgm:cxn modelId="{41EDF229-2B8E-6A4F-B58F-9D6583EFA3CB}" type="presParOf" srcId="{55642AC0-DC96-864C-9AE5-378AF637FB1A}" destId="{F059739E-C3C1-7644-8113-2408A10B0C22}" srcOrd="0" destOrd="0" presId="urn:microsoft.com/office/officeart/2005/8/layout/lProcess2"/>
    <dgm:cxn modelId="{FCA02203-82CE-AF42-ADC6-E64F06E976C3}" type="presParOf" srcId="{55642AC0-DC96-864C-9AE5-378AF637FB1A}" destId="{3A5A8FEC-50E9-1444-8EE6-1C1898E2EAE3}" srcOrd="1" destOrd="0" presId="urn:microsoft.com/office/officeart/2005/8/layout/lProcess2"/>
    <dgm:cxn modelId="{E04246F7-0808-A84B-BAF3-D71E9316CF03}" type="presParOf" srcId="{55642AC0-DC96-864C-9AE5-378AF637FB1A}" destId="{D270A10B-3BB8-564D-985E-3695C2F649D2}" srcOrd="2" destOrd="0" presId="urn:microsoft.com/office/officeart/2005/8/layout/lProcess2"/>
    <dgm:cxn modelId="{9DD6F3E4-6F6F-AE4A-96AD-43B7579617F0}" type="presParOf" srcId="{55642AC0-DC96-864C-9AE5-378AF637FB1A}" destId="{A9730C62-0AFD-A446-B072-C133495A3A8A}" srcOrd="3" destOrd="0" presId="urn:microsoft.com/office/officeart/2005/8/layout/lProcess2"/>
    <dgm:cxn modelId="{17D1C600-D09F-3B49-88EE-2CE2D68A2E03}" type="presParOf" srcId="{55642AC0-DC96-864C-9AE5-378AF637FB1A}" destId="{8244B0BC-1AC1-4847-9FD7-0BDA59276F5A}" srcOrd="4" destOrd="0" presId="urn:microsoft.com/office/officeart/2005/8/layout/lProcess2"/>
    <dgm:cxn modelId="{62F95816-7258-E649-9CC0-19DAB52C18F1}" type="presParOf" srcId="{55642AC0-DC96-864C-9AE5-378AF637FB1A}" destId="{701CBA9D-1A2A-844D-AAB8-A2779C8843C1}" srcOrd="5" destOrd="0" presId="urn:microsoft.com/office/officeart/2005/8/layout/lProcess2"/>
    <dgm:cxn modelId="{980A2C8F-E5E0-D840-9CBC-2A7895EA59F7}" type="presParOf" srcId="{55642AC0-DC96-864C-9AE5-378AF637FB1A}" destId="{BACF63AE-E663-D644-8FBC-B438063CB7CE}" srcOrd="6" destOrd="0" presId="urn:microsoft.com/office/officeart/2005/8/layout/lProcess2"/>
    <dgm:cxn modelId="{96693A7D-49D3-C24F-ABAF-C00274909185}" type="presParOf" srcId="{55642AC0-DC96-864C-9AE5-378AF637FB1A}" destId="{3F4EE26E-0068-8540-9E1F-823E87ECF4C7}" srcOrd="7" destOrd="0" presId="urn:microsoft.com/office/officeart/2005/8/layout/lProcess2"/>
    <dgm:cxn modelId="{3E71CAEB-2894-0E46-B13F-CF86C5FD119B}" type="presParOf" srcId="{55642AC0-DC96-864C-9AE5-378AF637FB1A}" destId="{6EB3AEFD-783B-744E-81CE-948BDDC0A5AF}" srcOrd="8" destOrd="0" presId="urn:microsoft.com/office/officeart/2005/8/layout/lProcess2"/>
    <dgm:cxn modelId="{843DE895-9BC2-E647-9486-5BD1E8C70BB8}" type="presParOf" srcId="{F2348852-BC8C-7F44-8D35-886DFFA800D7}" destId="{3EF81B63-5189-694A-BFD5-D0A8DA1BD529}" srcOrd="7" destOrd="0" presId="urn:microsoft.com/office/officeart/2005/8/layout/lProcess2"/>
    <dgm:cxn modelId="{545CA218-AEA0-EB4E-A11B-0691E1764C88}" type="presParOf" srcId="{F2348852-BC8C-7F44-8D35-886DFFA800D7}" destId="{E2DB5E5A-0A2D-6946-929C-9459DE6D90FB}" srcOrd="8" destOrd="0" presId="urn:microsoft.com/office/officeart/2005/8/layout/lProcess2"/>
    <dgm:cxn modelId="{48F75284-7FC5-C447-8087-7ABB40E5E2A3}" type="presParOf" srcId="{E2DB5E5A-0A2D-6946-929C-9459DE6D90FB}" destId="{59BCE01B-14A4-1E49-8B4C-C382FB4F23B2}" srcOrd="0" destOrd="0" presId="urn:microsoft.com/office/officeart/2005/8/layout/lProcess2"/>
    <dgm:cxn modelId="{EFF0A589-86F8-A342-8470-EB747F5E6888}" type="presParOf" srcId="{E2DB5E5A-0A2D-6946-929C-9459DE6D90FB}" destId="{BABFEAE9-BB54-2B4D-8BB9-17BCF1C34E9B}" srcOrd="1" destOrd="0" presId="urn:microsoft.com/office/officeart/2005/8/layout/lProcess2"/>
    <dgm:cxn modelId="{F2C76DD8-B89C-FF4B-9905-3BD7B1632159}" type="presParOf" srcId="{E2DB5E5A-0A2D-6946-929C-9459DE6D90FB}" destId="{61516B95-5765-ED4A-924E-1FE20A14C26A}" srcOrd="2" destOrd="0" presId="urn:microsoft.com/office/officeart/2005/8/layout/lProcess2"/>
    <dgm:cxn modelId="{2FD2673A-EA30-D54E-9DD8-AB4C66EAFEC2}" type="presParOf" srcId="{61516B95-5765-ED4A-924E-1FE20A14C26A}" destId="{75099DE0-6ABF-1C40-B25E-55FA2AAF448E}" srcOrd="0" destOrd="0" presId="urn:microsoft.com/office/officeart/2005/8/layout/lProcess2"/>
    <dgm:cxn modelId="{FB5EFE0A-7891-C94C-AEE5-846991043D79}" type="presParOf" srcId="{75099DE0-6ABF-1C40-B25E-55FA2AAF448E}" destId="{5C46B005-1AA4-AD43-8131-2591B3043F1E}" srcOrd="0" destOrd="0" presId="urn:microsoft.com/office/officeart/2005/8/layout/lProcess2"/>
    <dgm:cxn modelId="{0E6A629A-9DB8-844D-A209-53C57E0A8EF2}" type="presParOf" srcId="{75099DE0-6ABF-1C40-B25E-55FA2AAF448E}" destId="{C895D9DB-4065-E740-8C15-A59F7CA0BE10}" srcOrd="1" destOrd="0" presId="urn:microsoft.com/office/officeart/2005/8/layout/lProcess2"/>
    <dgm:cxn modelId="{5F6FA309-1729-F843-9A76-2B7417889686}" type="presParOf" srcId="{75099DE0-6ABF-1C40-B25E-55FA2AAF448E}" destId="{0C3FD05A-8DCE-C145-8865-B3129B95B646}" srcOrd="2" destOrd="0" presId="urn:microsoft.com/office/officeart/2005/8/layout/lProcess2"/>
    <dgm:cxn modelId="{384816C1-522E-D74C-8964-5CDA90401A1B}" type="presParOf" srcId="{75099DE0-6ABF-1C40-B25E-55FA2AAF448E}" destId="{55B04A24-6781-7447-BDCA-56D6CEF37EB3}" srcOrd="3" destOrd="0" presId="urn:microsoft.com/office/officeart/2005/8/layout/lProcess2"/>
    <dgm:cxn modelId="{2B4AA66B-25D1-6146-89EE-D4BE7F028103}" type="presParOf" srcId="{75099DE0-6ABF-1C40-B25E-55FA2AAF448E}" destId="{A05FA4F3-1693-6C4E-B040-F9F488C39ACB}" srcOrd="4" destOrd="0" presId="urn:microsoft.com/office/officeart/2005/8/layout/lProcess2"/>
    <dgm:cxn modelId="{817F22EE-1D52-AE48-9A50-F4D98DFD602F}" type="presParOf" srcId="{75099DE0-6ABF-1C40-B25E-55FA2AAF448E}" destId="{8940F599-AE2A-2741-8E2F-49293E8F8BF4}" srcOrd="5" destOrd="0" presId="urn:microsoft.com/office/officeart/2005/8/layout/lProcess2"/>
    <dgm:cxn modelId="{E1BABB43-848C-8045-80EE-198CFE82E506}" type="presParOf" srcId="{75099DE0-6ABF-1C40-B25E-55FA2AAF448E}" destId="{1054FAA5-FCED-5F4B-BF57-6C3B08708290}" srcOrd="6" destOrd="0" presId="urn:microsoft.com/office/officeart/2005/8/layout/lProcess2"/>
    <dgm:cxn modelId="{AB0EFEDA-8EB9-CA4F-B26C-FB6F5AC0EA2E}" type="presParOf" srcId="{75099DE0-6ABF-1C40-B25E-55FA2AAF448E}" destId="{D8FA8D55-A82A-E04E-BB46-EBB5DF8BE9CA}" srcOrd="7" destOrd="0" presId="urn:microsoft.com/office/officeart/2005/8/layout/lProcess2"/>
    <dgm:cxn modelId="{CA40A74A-BA2D-8E46-9C3D-EF2E84A0627C}" type="presParOf" srcId="{75099DE0-6ABF-1C40-B25E-55FA2AAF448E}" destId="{A85FEC74-B567-DB4F-9081-916DB4689B20}" srcOrd="8" destOrd="0" presId="urn:microsoft.com/office/officeart/2005/8/layout/lProcess2"/>
    <dgm:cxn modelId="{EC54B3E8-C127-1F4E-9C1C-9505CBE7DBC0}" type="presParOf" srcId="{F2348852-BC8C-7F44-8D35-886DFFA800D7}" destId="{58D4EFCD-4202-5E4F-BB11-7EC35BAB956D}" srcOrd="9" destOrd="0" presId="urn:microsoft.com/office/officeart/2005/8/layout/lProcess2"/>
    <dgm:cxn modelId="{ED5EFD6B-BAF9-294C-B616-F909D2BB6D7F}" type="presParOf" srcId="{F2348852-BC8C-7F44-8D35-886DFFA800D7}" destId="{D2D71224-1239-2547-B2D0-9F3923686FBD}" srcOrd="10" destOrd="0" presId="urn:microsoft.com/office/officeart/2005/8/layout/lProcess2"/>
    <dgm:cxn modelId="{A8CC5F44-3D56-0743-A222-46294E0BD6D7}" type="presParOf" srcId="{D2D71224-1239-2547-B2D0-9F3923686FBD}" destId="{9204BC2C-F338-774C-A3CE-500D9B4DE3D3}" srcOrd="0" destOrd="0" presId="urn:microsoft.com/office/officeart/2005/8/layout/lProcess2"/>
    <dgm:cxn modelId="{CCC06E91-4F1C-DC4B-983D-F81A31632E8D}" type="presParOf" srcId="{D2D71224-1239-2547-B2D0-9F3923686FBD}" destId="{D8B9B93B-CF2A-4845-AE76-3E21805086DF}" srcOrd="1" destOrd="0" presId="urn:microsoft.com/office/officeart/2005/8/layout/lProcess2"/>
    <dgm:cxn modelId="{B7821117-83D9-6847-B7DD-3D853CD636D5}" type="presParOf" srcId="{D2D71224-1239-2547-B2D0-9F3923686FBD}" destId="{E2287B1F-8888-F847-A727-0397A446AFBD}" srcOrd="2" destOrd="0" presId="urn:microsoft.com/office/officeart/2005/8/layout/lProcess2"/>
    <dgm:cxn modelId="{F2D4F7CC-023C-D247-8D32-0D19351BBAE0}" type="presParOf" srcId="{E2287B1F-8888-F847-A727-0397A446AFBD}" destId="{05EC6214-B568-1149-81B2-3AA93332DF1C}" srcOrd="0" destOrd="0" presId="urn:microsoft.com/office/officeart/2005/8/layout/lProcess2"/>
    <dgm:cxn modelId="{B367F5A0-CA95-1340-9263-5B2D66C8075C}" type="presParOf" srcId="{05EC6214-B568-1149-81B2-3AA93332DF1C}" destId="{574D217A-7A8D-8B49-B23C-5E7F5A938E98}" srcOrd="0" destOrd="0" presId="urn:microsoft.com/office/officeart/2005/8/layout/lProcess2"/>
    <dgm:cxn modelId="{B3CB5AFA-4B9A-9446-A9CB-F5E0D74D2C05}" type="presParOf" srcId="{05EC6214-B568-1149-81B2-3AA93332DF1C}" destId="{B13C72D5-5592-E04D-85C9-79DE554A523A}" srcOrd="1" destOrd="0" presId="urn:microsoft.com/office/officeart/2005/8/layout/lProcess2"/>
    <dgm:cxn modelId="{88159739-6EAC-EF4E-BD74-B7A37DB4E241}" type="presParOf" srcId="{05EC6214-B568-1149-81B2-3AA93332DF1C}" destId="{D5F84112-5494-F048-8C3F-3D56B2EE94A0}" srcOrd="2" destOrd="0" presId="urn:microsoft.com/office/officeart/2005/8/layout/lProcess2"/>
    <dgm:cxn modelId="{13B1D834-4105-B44A-B4F7-751A7D5A94FB}" type="presParOf" srcId="{05EC6214-B568-1149-81B2-3AA93332DF1C}" destId="{07A3CC0B-8CA1-7B42-AE47-5321B61F3C26}" srcOrd="3" destOrd="0" presId="urn:microsoft.com/office/officeart/2005/8/layout/lProcess2"/>
    <dgm:cxn modelId="{22947BE7-B1BD-3143-BA9A-7E0AD4A50877}" type="presParOf" srcId="{05EC6214-B568-1149-81B2-3AA93332DF1C}" destId="{19394182-97DB-AA4F-868F-19703121BBB6}" srcOrd="4"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FF843F-3BC3-AB41-87E2-2E2F61F8017D}">
      <dsp:nvSpPr>
        <dsp:cNvPr id="0" name=""/>
        <dsp:cNvSpPr/>
      </dsp:nvSpPr>
      <dsp:spPr>
        <a:xfrm>
          <a:off x="4489" y="0"/>
          <a:ext cx="1773537" cy="5873642"/>
        </a:xfrm>
        <a:prstGeom prst="roundRect">
          <a:avLst>
            <a:gd name="adj" fmla="val 10000"/>
          </a:avLst>
        </a:prstGeom>
        <a:solidFill>
          <a:schemeClr val="accent1">
            <a:tint val="40000"/>
            <a:hueOff val="0"/>
            <a:satOff val="0"/>
            <a:lumOff val="0"/>
            <a:alphaOff val="0"/>
          </a:schemeClr>
        </a:solidFill>
        <a:ln>
          <a:noFill/>
        </a:ln>
        <a:effectLst>
          <a:outerShdw blurRad="38100" dist="25400" dir="2700000" algn="br" rotWithShape="0">
            <a:srgbClr val="000000">
              <a:alpha val="60000"/>
            </a:srgbClr>
          </a:outerShdw>
        </a:effectLst>
      </dsp:spPr>
      <dsp:style>
        <a:lnRef idx="0">
          <a:scrgbClr r="0" g="0" b="0"/>
        </a:lnRef>
        <a:fillRef idx="1">
          <a:scrgbClr r="0" g="0" b="0"/>
        </a:fillRef>
        <a:effectRef idx="2">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DATA INGESTION LAYER</a:t>
          </a:r>
        </a:p>
      </dsp:txBody>
      <dsp:txXfrm>
        <a:off x="4489" y="0"/>
        <a:ext cx="1773537" cy="1762092"/>
      </dsp:txXfrm>
    </dsp:sp>
    <dsp:sp modelId="{FED1F6F4-9EB5-DC45-9DDB-7A727D816172}">
      <dsp:nvSpPr>
        <dsp:cNvPr id="0" name=""/>
        <dsp:cNvSpPr/>
      </dsp:nvSpPr>
      <dsp:spPr>
        <a:xfrm>
          <a:off x="181842" y="1762092"/>
          <a:ext cx="1418830" cy="3817867"/>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7940" tIns="20955" rIns="27940" bIns="20955" numCol="1" spcCol="1270" anchor="ctr" anchorCtr="0">
          <a:noAutofit/>
        </a:bodyPr>
        <a:lstStyle/>
        <a:p>
          <a:pPr marL="0" lvl="0" indent="0" algn="ctr" defTabSz="466725">
            <a:lnSpc>
              <a:spcPct val="90000"/>
            </a:lnSpc>
            <a:spcBef>
              <a:spcPct val="0"/>
            </a:spcBef>
            <a:spcAft>
              <a:spcPct val="35000"/>
            </a:spcAft>
            <a:buNone/>
          </a:pPr>
          <a:r>
            <a:rPr lang="en-GB" sz="1050" kern="1200" dirty="0"/>
            <a:t>CSV DATA (NCR RIDES) </a:t>
          </a:r>
        </a:p>
      </dsp:txBody>
      <dsp:txXfrm>
        <a:off x="223398" y="1803648"/>
        <a:ext cx="1335718" cy="3734755"/>
      </dsp:txXfrm>
    </dsp:sp>
    <dsp:sp modelId="{70B897AA-254E-474C-B58D-9B112DD65CB0}">
      <dsp:nvSpPr>
        <dsp:cNvPr id="0" name=""/>
        <dsp:cNvSpPr/>
      </dsp:nvSpPr>
      <dsp:spPr>
        <a:xfrm>
          <a:off x="1911042" y="0"/>
          <a:ext cx="1773537" cy="5873642"/>
        </a:xfrm>
        <a:prstGeom prst="roundRect">
          <a:avLst>
            <a:gd name="adj" fmla="val 10000"/>
          </a:avLst>
        </a:prstGeom>
        <a:solidFill>
          <a:schemeClr val="accent1">
            <a:tint val="40000"/>
            <a:hueOff val="0"/>
            <a:satOff val="0"/>
            <a:lumOff val="0"/>
            <a:alphaOff val="0"/>
          </a:schemeClr>
        </a:solidFill>
        <a:ln>
          <a:noFill/>
        </a:ln>
        <a:effectLst>
          <a:outerShdw blurRad="38100" dist="25400" dir="2700000" algn="br" rotWithShape="0">
            <a:srgbClr val="000000">
              <a:alpha val="60000"/>
            </a:srgbClr>
          </a:outerShdw>
        </a:effectLst>
      </dsp:spPr>
      <dsp:style>
        <a:lnRef idx="0">
          <a:scrgbClr r="0" g="0" b="0"/>
        </a:lnRef>
        <a:fillRef idx="1">
          <a:scrgbClr r="0" g="0" b="0"/>
        </a:fillRef>
        <a:effectRef idx="2">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DATA PROCESSING LAYER(APACHE SPARK)</a:t>
          </a:r>
        </a:p>
      </dsp:txBody>
      <dsp:txXfrm>
        <a:off x="1911042" y="0"/>
        <a:ext cx="1773537" cy="1762092"/>
      </dsp:txXfrm>
    </dsp:sp>
    <dsp:sp modelId="{249AD967-F0E7-7644-B9C5-C79B99094181}">
      <dsp:nvSpPr>
        <dsp:cNvPr id="0" name=""/>
        <dsp:cNvSpPr/>
      </dsp:nvSpPr>
      <dsp:spPr>
        <a:xfrm>
          <a:off x="2088396" y="1763813"/>
          <a:ext cx="1418830" cy="1770983"/>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2860" tIns="17145" rIns="22860" bIns="17145" numCol="1" spcCol="1270" anchor="t" anchorCtr="0">
          <a:noAutofit/>
        </a:bodyPr>
        <a:lstStyle/>
        <a:p>
          <a:pPr marL="0" lvl="0" indent="0" algn="l" defTabSz="400050">
            <a:lnSpc>
              <a:spcPct val="90000"/>
            </a:lnSpc>
            <a:spcBef>
              <a:spcPct val="0"/>
            </a:spcBef>
            <a:spcAft>
              <a:spcPct val="35000"/>
            </a:spcAft>
            <a:buNone/>
          </a:pPr>
          <a:r>
            <a:rPr lang="en-IN" sz="900" b="0" i="0" kern="1200" err="1"/>
            <a:t>SparkSession</a:t>
          </a:r>
          <a:r>
            <a:rPr lang="en-IN" sz="900" b="0" i="0" kern="1200"/>
            <a:t> Configuration</a:t>
          </a:r>
          <a:endParaRPr lang="en-GB" sz="900" kern="1200"/>
        </a:p>
        <a:p>
          <a:pPr marL="57150" lvl="1" indent="-57150" algn="l" defTabSz="400050">
            <a:lnSpc>
              <a:spcPct val="90000"/>
            </a:lnSpc>
            <a:spcBef>
              <a:spcPct val="0"/>
            </a:spcBef>
            <a:spcAft>
              <a:spcPct val="15000"/>
            </a:spcAft>
            <a:buNone/>
          </a:pPr>
          <a:r>
            <a:rPr lang="en-IN" sz="900" b="0" i="0" kern="1200"/>
            <a:t>4GB Driver Memory, 4GB Executor, 2 Executor Cores, 200 Shuffle Partitions </a:t>
          </a:r>
          <a:endParaRPr lang="en-GB" sz="900" kern="1200"/>
        </a:p>
      </dsp:txBody>
      <dsp:txXfrm>
        <a:off x="2129952" y="1805369"/>
        <a:ext cx="1335718" cy="1687871"/>
      </dsp:txXfrm>
    </dsp:sp>
    <dsp:sp modelId="{005142F4-639F-CB45-9873-041F3720F264}">
      <dsp:nvSpPr>
        <dsp:cNvPr id="0" name=""/>
        <dsp:cNvSpPr/>
      </dsp:nvSpPr>
      <dsp:spPr>
        <a:xfrm>
          <a:off x="2088396" y="3807255"/>
          <a:ext cx="1418830" cy="1770983"/>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2860" tIns="17145" rIns="22860" bIns="17145" numCol="1" spcCol="1270" anchor="t" anchorCtr="0">
          <a:noAutofit/>
        </a:bodyPr>
        <a:lstStyle/>
        <a:p>
          <a:pPr marL="0" lvl="0" indent="0" algn="l" defTabSz="400050">
            <a:lnSpc>
              <a:spcPct val="90000"/>
            </a:lnSpc>
            <a:spcBef>
              <a:spcPct val="0"/>
            </a:spcBef>
            <a:spcAft>
              <a:spcPct val="35000"/>
            </a:spcAft>
            <a:buNone/>
          </a:pPr>
          <a:r>
            <a:rPr lang="en-GB" sz="900" kern="1200"/>
            <a:t>ETL Pipeline</a:t>
          </a:r>
        </a:p>
        <a:p>
          <a:pPr marL="57150" lvl="1" indent="-57150" algn="l" defTabSz="400050">
            <a:lnSpc>
              <a:spcPct val="90000"/>
            </a:lnSpc>
            <a:spcBef>
              <a:spcPct val="0"/>
            </a:spcBef>
            <a:spcAft>
              <a:spcPct val="15000"/>
            </a:spcAft>
            <a:buNone/>
          </a:pPr>
          <a:r>
            <a:rPr lang="en-IN" sz="900" b="0" i="0" kern="1200"/>
            <a:t>Data Loading &amp; Schema Validation </a:t>
          </a:r>
          <a:endParaRPr lang="en-GB" sz="900" kern="1200"/>
        </a:p>
        <a:p>
          <a:pPr marL="57150" lvl="1" indent="-57150" algn="l" defTabSz="400050">
            <a:lnSpc>
              <a:spcPct val="90000"/>
            </a:lnSpc>
            <a:spcBef>
              <a:spcPct val="0"/>
            </a:spcBef>
            <a:spcAft>
              <a:spcPct val="15000"/>
            </a:spcAft>
            <a:buNone/>
          </a:pPr>
          <a:r>
            <a:rPr lang="en-IN" sz="900" b="0" i="0" kern="1200"/>
            <a:t>Timestamp Merging (Date + Time) </a:t>
          </a:r>
          <a:endParaRPr lang="en-GB" sz="900" kern="1200"/>
        </a:p>
        <a:p>
          <a:pPr marL="57150" lvl="1" indent="-57150" algn="l" defTabSz="400050">
            <a:lnSpc>
              <a:spcPct val="90000"/>
            </a:lnSpc>
            <a:spcBef>
              <a:spcPct val="0"/>
            </a:spcBef>
            <a:spcAft>
              <a:spcPct val="15000"/>
            </a:spcAft>
            <a:buNone/>
          </a:pPr>
          <a:r>
            <a:rPr lang="en-IN" sz="900" b="0" i="0" kern="1200"/>
            <a:t>Null Value Handling </a:t>
          </a:r>
          <a:endParaRPr lang="en-GB" sz="900" kern="1200"/>
        </a:p>
        <a:p>
          <a:pPr marL="57150" lvl="1" indent="-57150" algn="l" defTabSz="400050">
            <a:lnSpc>
              <a:spcPct val="90000"/>
            </a:lnSpc>
            <a:spcBef>
              <a:spcPct val="0"/>
            </a:spcBef>
            <a:spcAft>
              <a:spcPct val="15000"/>
            </a:spcAft>
            <a:buNone/>
          </a:pPr>
          <a:r>
            <a:rPr lang="en-IN" sz="900" b="0" i="0" kern="1200"/>
            <a:t>Type Casting (String → Double) </a:t>
          </a:r>
          <a:endParaRPr lang="en-GB" sz="900" kern="1200"/>
        </a:p>
        <a:p>
          <a:pPr marL="57150" lvl="1" indent="-57150" algn="l" defTabSz="400050">
            <a:lnSpc>
              <a:spcPct val="90000"/>
            </a:lnSpc>
            <a:spcBef>
              <a:spcPct val="0"/>
            </a:spcBef>
            <a:spcAft>
              <a:spcPct val="15000"/>
            </a:spcAft>
            <a:buNone/>
          </a:pPr>
          <a:r>
            <a:rPr lang="en-IN" sz="900" b="0" i="0" kern="1200"/>
            <a:t>Type Casting (String → Double) </a:t>
          </a:r>
          <a:endParaRPr lang="en-GB" sz="900" kern="1200"/>
        </a:p>
      </dsp:txBody>
      <dsp:txXfrm>
        <a:off x="2129952" y="3848811"/>
        <a:ext cx="1335718" cy="1687871"/>
      </dsp:txXfrm>
    </dsp:sp>
    <dsp:sp modelId="{8E3F500B-0C33-A446-A096-5B5727350454}">
      <dsp:nvSpPr>
        <dsp:cNvPr id="0" name=""/>
        <dsp:cNvSpPr/>
      </dsp:nvSpPr>
      <dsp:spPr>
        <a:xfrm>
          <a:off x="3817595" y="0"/>
          <a:ext cx="1773537" cy="5873642"/>
        </a:xfrm>
        <a:prstGeom prst="roundRect">
          <a:avLst>
            <a:gd name="adj" fmla="val 10000"/>
          </a:avLst>
        </a:prstGeom>
        <a:solidFill>
          <a:schemeClr val="accent1">
            <a:tint val="40000"/>
            <a:hueOff val="0"/>
            <a:satOff val="0"/>
            <a:lumOff val="0"/>
            <a:alphaOff val="0"/>
          </a:schemeClr>
        </a:solidFill>
        <a:ln>
          <a:noFill/>
        </a:ln>
        <a:effectLst>
          <a:outerShdw blurRad="38100" dist="25400" dir="2700000" algn="br" rotWithShape="0">
            <a:srgbClr val="000000">
              <a:alpha val="60000"/>
            </a:srgbClr>
          </a:outerShdw>
        </a:effectLst>
      </dsp:spPr>
      <dsp:style>
        <a:lnRef idx="0">
          <a:scrgbClr r="0" g="0" b="0"/>
        </a:lnRef>
        <a:fillRef idx="1">
          <a:scrgbClr r="0" g="0" b="0"/>
        </a:fillRef>
        <a:effectRef idx="2">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DIMENSIONAL DATA MODEL</a:t>
          </a:r>
        </a:p>
      </dsp:txBody>
      <dsp:txXfrm>
        <a:off x="3817595" y="0"/>
        <a:ext cx="1773537" cy="1762092"/>
      </dsp:txXfrm>
    </dsp:sp>
    <dsp:sp modelId="{28117858-7DCF-F841-8F7E-91500F05CDBE}">
      <dsp:nvSpPr>
        <dsp:cNvPr id="0" name=""/>
        <dsp:cNvSpPr/>
      </dsp:nvSpPr>
      <dsp:spPr>
        <a:xfrm>
          <a:off x="3994949" y="1762235"/>
          <a:ext cx="1418830" cy="855664"/>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t" anchorCtr="0">
          <a:noAutofit/>
        </a:bodyPr>
        <a:lstStyle/>
        <a:p>
          <a:pPr marL="0" lvl="0" indent="0" algn="l" defTabSz="444500">
            <a:lnSpc>
              <a:spcPct val="90000"/>
            </a:lnSpc>
            <a:spcBef>
              <a:spcPct val="0"/>
            </a:spcBef>
            <a:spcAft>
              <a:spcPct val="35000"/>
            </a:spcAft>
            <a:buNone/>
          </a:pPr>
          <a:r>
            <a:rPr lang="en-IN" sz="1000" b="0" i="0" kern="1200"/>
            <a:t>dim_customer </a:t>
          </a:r>
          <a:endParaRPr lang="en-GB" sz="1000" kern="1200"/>
        </a:p>
        <a:p>
          <a:pPr marL="57150" lvl="1" indent="-57150" algn="l" defTabSz="355600">
            <a:lnSpc>
              <a:spcPct val="90000"/>
            </a:lnSpc>
            <a:spcBef>
              <a:spcPct val="0"/>
            </a:spcBef>
            <a:spcAft>
              <a:spcPct val="15000"/>
            </a:spcAft>
            <a:buNone/>
          </a:pPr>
          <a:r>
            <a:rPr lang="en-IN" sz="800" b="0" i="0" kern="1200"/>
            <a:t>Customer ID </a:t>
          </a:r>
          <a:endParaRPr lang="en-GB" sz="800" kern="1200"/>
        </a:p>
        <a:p>
          <a:pPr marL="57150" lvl="1" indent="-57150" algn="l" defTabSz="355600">
            <a:lnSpc>
              <a:spcPct val="90000"/>
            </a:lnSpc>
            <a:spcBef>
              <a:spcPct val="0"/>
            </a:spcBef>
            <a:spcAft>
              <a:spcPct val="15000"/>
            </a:spcAft>
            <a:buNone/>
          </a:pPr>
          <a:r>
            <a:rPr lang="en-IN" sz="800" b="0" i="0" kern="1200"/>
            <a:t>Ratings </a:t>
          </a:r>
          <a:endParaRPr lang="en-GB" sz="800" kern="1200"/>
        </a:p>
      </dsp:txBody>
      <dsp:txXfrm>
        <a:off x="4020011" y="1787297"/>
        <a:ext cx="1368706" cy="805540"/>
      </dsp:txXfrm>
    </dsp:sp>
    <dsp:sp modelId="{3FFA74D9-6EE2-AD4F-BE66-CAC74C566726}">
      <dsp:nvSpPr>
        <dsp:cNvPr id="0" name=""/>
        <dsp:cNvSpPr/>
      </dsp:nvSpPr>
      <dsp:spPr>
        <a:xfrm>
          <a:off x="3994949" y="2749541"/>
          <a:ext cx="1418830" cy="855664"/>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t" anchorCtr="0">
          <a:noAutofit/>
        </a:bodyPr>
        <a:lstStyle/>
        <a:p>
          <a:pPr marL="0" lvl="0" indent="0" algn="l" defTabSz="444500">
            <a:lnSpc>
              <a:spcPct val="90000"/>
            </a:lnSpc>
            <a:spcBef>
              <a:spcPct val="0"/>
            </a:spcBef>
            <a:spcAft>
              <a:spcPct val="35000"/>
            </a:spcAft>
            <a:buNone/>
          </a:pPr>
          <a:r>
            <a:rPr lang="en-IN" sz="1000" b="0" i="0" kern="1200"/>
            <a:t>dim_vehicle </a:t>
          </a:r>
          <a:endParaRPr lang="en-GB" sz="1000" kern="1200"/>
        </a:p>
        <a:p>
          <a:pPr marL="57150" lvl="1" indent="-57150" algn="l" defTabSz="355600">
            <a:lnSpc>
              <a:spcPct val="90000"/>
            </a:lnSpc>
            <a:spcBef>
              <a:spcPct val="0"/>
            </a:spcBef>
            <a:spcAft>
              <a:spcPct val="15000"/>
            </a:spcAft>
            <a:buNone/>
          </a:pPr>
          <a:r>
            <a:rPr lang="en-IN" sz="800" b="0" i="0" kern="1200"/>
            <a:t>Vehicle Type </a:t>
          </a:r>
          <a:endParaRPr lang="en-GB" sz="800" kern="1200"/>
        </a:p>
      </dsp:txBody>
      <dsp:txXfrm>
        <a:off x="4020011" y="2774603"/>
        <a:ext cx="1368706" cy="805540"/>
      </dsp:txXfrm>
    </dsp:sp>
    <dsp:sp modelId="{61E2B024-DAE0-1E48-AE99-163C83A23C11}">
      <dsp:nvSpPr>
        <dsp:cNvPr id="0" name=""/>
        <dsp:cNvSpPr/>
      </dsp:nvSpPr>
      <dsp:spPr>
        <a:xfrm>
          <a:off x="3994949" y="3736846"/>
          <a:ext cx="1418830" cy="855664"/>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t" anchorCtr="0">
          <a:noAutofit/>
        </a:bodyPr>
        <a:lstStyle/>
        <a:p>
          <a:pPr marL="0" lvl="0" indent="0" algn="l" defTabSz="444500">
            <a:lnSpc>
              <a:spcPct val="90000"/>
            </a:lnSpc>
            <a:spcBef>
              <a:spcPct val="0"/>
            </a:spcBef>
            <a:spcAft>
              <a:spcPct val="35000"/>
            </a:spcAft>
            <a:buNone/>
          </a:pPr>
          <a:r>
            <a:rPr lang="en-IN" sz="1000" b="0" i="0" kern="1200"/>
            <a:t>dim_location </a:t>
          </a:r>
          <a:endParaRPr lang="en-GB" sz="1000" kern="1200"/>
        </a:p>
        <a:p>
          <a:pPr marL="57150" lvl="1" indent="-57150" algn="l" defTabSz="355600">
            <a:lnSpc>
              <a:spcPct val="90000"/>
            </a:lnSpc>
            <a:spcBef>
              <a:spcPct val="0"/>
            </a:spcBef>
            <a:spcAft>
              <a:spcPct val="15000"/>
            </a:spcAft>
            <a:buNone/>
          </a:pPr>
          <a:r>
            <a:rPr lang="en-IN" sz="800" b="0" i="0" kern="1200"/>
            <a:t>Pickup Loc</a:t>
          </a:r>
          <a:endParaRPr lang="en-GB" sz="800" kern="1200"/>
        </a:p>
        <a:p>
          <a:pPr marL="57150" lvl="1" indent="-57150" algn="l" defTabSz="355600">
            <a:lnSpc>
              <a:spcPct val="90000"/>
            </a:lnSpc>
            <a:spcBef>
              <a:spcPct val="0"/>
            </a:spcBef>
            <a:spcAft>
              <a:spcPct val="15000"/>
            </a:spcAft>
            <a:buNone/>
          </a:pPr>
          <a:r>
            <a:rPr lang="en-IN" sz="800" b="0" i="0" kern="1200"/>
            <a:t>Drop Loc </a:t>
          </a:r>
          <a:endParaRPr lang="en-GB" sz="800" kern="1200"/>
        </a:p>
      </dsp:txBody>
      <dsp:txXfrm>
        <a:off x="4020011" y="3761908"/>
        <a:ext cx="1368706" cy="805540"/>
      </dsp:txXfrm>
    </dsp:sp>
    <dsp:sp modelId="{6C4B00F4-C017-CA44-B232-5E269AAD0EBF}">
      <dsp:nvSpPr>
        <dsp:cNvPr id="0" name=""/>
        <dsp:cNvSpPr/>
      </dsp:nvSpPr>
      <dsp:spPr>
        <a:xfrm>
          <a:off x="3994949" y="4724151"/>
          <a:ext cx="1418830" cy="855664"/>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t" anchorCtr="0">
          <a:noAutofit/>
        </a:bodyPr>
        <a:lstStyle/>
        <a:p>
          <a:pPr marL="0" lvl="0" indent="0" algn="l" defTabSz="444500">
            <a:lnSpc>
              <a:spcPct val="90000"/>
            </a:lnSpc>
            <a:spcBef>
              <a:spcPct val="0"/>
            </a:spcBef>
            <a:spcAft>
              <a:spcPct val="35000"/>
            </a:spcAft>
            <a:buNone/>
          </a:pPr>
          <a:r>
            <a:rPr lang="en-IN" sz="1000" b="0" i="0" kern="1200"/>
            <a:t>facts_rides (Fact Table) </a:t>
          </a:r>
          <a:endParaRPr lang="en-GB" sz="1000" kern="1200"/>
        </a:p>
        <a:p>
          <a:pPr marL="57150" lvl="1" indent="-57150" algn="l" defTabSz="355600">
            <a:lnSpc>
              <a:spcPct val="90000"/>
            </a:lnSpc>
            <a:spcBef>
              <a:spcPct val="0"/>
            </a:spcBef>
            <a:spcAft>
              <a:spcPct val="15000"/>
            </a:spcAft>
            <a:buNone/>
          </a:pPr>
          <a:r>
            <a:rPr lang="en-IN" sz="800" b="0" i="0" kern="1200"/>
            <a:t>Customer ID , Vehicle Type , Pic, kup Location , Avg CTAT </a:t>
          </a:r>
          <a:endParaRPr lang="en-GB" sz="800" kern="1200"/>
        </a:p>
        <a:p>
          <a:pPr marL="57150" lvl="1" indent="-57150" algn="l" defTabSz="355600">
            <a:lnSpc>
              <a:spcPct val="90000"/>
            </a:lnSpc>
            <a:spcBef>
              <a:spcPct val="0"/>
            </a:spcBef>
            <a:spcAft>
              <a:spcPct val="15000"/>
            </a:spcAft>
            <a:buNone/>
          </a:pPr>
          <a:r>
            <a:rPr lang="en-IN" sz="800" b="0" i="0" kern="1200"/>
            <a:t>RideCompleted (Target)</a:t>
          </a:r>
          <a:endParaRPr lang="en-GB" sz="800" kern="1200"/>
        </a:p>
      </dsp:txBody>
      <dsp:txXfrm>
        <a:off x="4020011" y="4749213"/>
        <a:ext cx="1368706" cy="805540"/>
      </dsp:txXfrm>
    </dsp:sp>
    <dsp:sp modelId="{03FEEC05-24EA-D747-A772-5D6EDF7DAAE2}">
      <dsp:nvSpPr>
        <dsp:cNvPr id="0" name=""/>
        <dsp:cNvSpPr/>
      </dsp:nvSpPr>
      <dsp:spPr>
        <a:xfrm>
          <a:off x="5724148" y="0"/>
          <a:ext cx="1773537" cy="5873642"/>
        </a:xfrm>
        <a:prstGeom prst="roundRect">
          <a:avLst>
            <a:gd name="adj" fmla="val 10000"/>
          </a:avLst>
        </a:prstGeom>
        <a:solidFill>
          <a:schemeClr val="accent1">
            <a:tint val="40000"/>
            <a:hueOff val="0"/>
            <a:satOff val="0"/>
            <a:lumOff val="0"/>
            <a:alphaOff val="0"/>
          </a:schemeClr>
        </a:solidFill>
        <a:ln>
          <a:noFill/>
        </a:ln>
        <a:effectLst>
          <a:outerShdw blurRad="38100" dist="25400" dir="2700000" algn="br" rotWithShape="0">
            <a:srgbClr val="000000">
              <a:alpha val="60000"/>
            </a:srgbClr>
          </a:outerShdw>
        </a:effectLst>
      </dsp:spPr>
      <dsp:style>
        <a:lnRef idx="0">
          <a:scrgbClr r="0" g="0" b="0"/>
        </a:lnRef>
        <a:fillRef idx="1">
          <a:scrgbClr r="0" g="0" b="0"/>
        </a:fillRef>
        <a:effectRef idx="2">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EDA</a:t>
          </a:r>
        </a:p>
      </dsp:txBody>
      <dsp:txXfrm>
        <a:off x="5724148" y="0"/>
        <a:ext cx="1773537" cy="1762092"/>
      </dsp:txXfrm>
    </dsp:sp>
    <dsp:sp modelId="{F059739E-C3C1-7644-8113-2408A10B0C22}">
      <dsp:nvSpPr>
        <dsp:cNvPr id="0" name=""/>
        <dsp:cNvSpPr/>
      </dsp:nvSpPr>
      <dsp:spPr>
        <a:xfrm>
          <a:off x="5901502" y="1763203"/>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Pandas DataFrame Conversion </a:t>
          </a:r>
          <a:endParaRPr lang="en-GB" sz="1000" kern="1200"/>
        </a:p>
      </dsp:txBody>
      <dsp:txXfrm>
        <a:off x="5921404" y="1783105"/>
        <a:ext cx="1379026" cy="639694"/>
      </dsp:txXfrm>
    </dsp:sp>
    <dsp:sp modelId="{D270A10B-3BB8-564D-985E-3695C2F649D2}">
      <dsp:nvSpPr>
        <dsp:cNvPr id="0" name=""/>
        <dsp:cNvSpPr/>
      </dsp:nvSpPr>
      <dsp:spPr>
        <a:xfrm>
          <a:off x="5901502" y="2547240"/>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Matplotlib/Seaborn Viz </a:t>
          </a:r>
          <a:endParaRPr lang="en-GB" sz="1000" kern="1200"/>
        </a:p>
      </dsp:txBody>
      <dsp:txXfrm>
        <a:off x="5921404" y="2567142"/>
        <a:ext cx="1379026" cy="639694"/>
      </dsp:txXfrm>
    </dsp:sp>
    <dsp:sp modelId="{8244B0BC-1AC1-4847-9FD7-0BDA59276F5A}">
      <dsp:nvSpPr>
        <dsp:cNvPr id="0" name=""/>
        <dsp:cNvSpPr/>
      </dsp:nvSpPr>
      <dsp:spPr>
        <a:xfrm>
          <a:off x="5901502" y="3331277"/>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Temporal Patterns</a:t>
          </a:r>
          <a:endParaRPr lang="en-GB" sz="1000" kern="1200"/>
        </a:p>
      </dsp:txBody>
      <dsp:txXfrm>
        <a:off x="5921404" y="3351179"/>
        <a:ext cx="1379026" cy="639694"/>
      </dsp:txXfrm>
    </dsp:sp>
    <dsp:sp modelId="{BACF63AE-E663-D644-8FBC-B438063CB7CE}">
      <dsp:nvSpPr>
        <dsp:cNvPr id="0" name=""/>
        <dsp:cNvSpPr/>
      </dsp:nvSpPr>
      <dsp:spPr>
        <a:xfrm>
          <a:off x="5901502" y="4115313"/>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Booking Status Distribution  </a:t>
          </a:r>
          <a:endParaRPr lang="en-GB" sz="1000" kern="1200"/>
        </a:p>
      </dsp:txBody>
      <dsp:txXfrm>
        <a:off x="5921404" y="4135215"/>
        <a:ext cx="1379026" cy="639694"/>
      </dsp:txXfrm>
    </dsp:sp>
    <dsp:sp modelId="{6EB3AEFD-783B-744E-81CE-948BDDC0A5AF}">
      <dsp:nvSpPr>
        <dsp:cNvPr id="0" name=""/>
        <dsp:cNvSpPr/>
      </dsp:nvSpPr>
      <dsp:spPr>
        <a:xfrm>
          <a:off x="5901502" y="4899350"/>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Cancellation Analysis </a:t>
          </a:r>
        </a:p>
      </dsp:txBody>
      <dsp:txXfrm>
        <a:off x="5921404" y="4919252"/>
        <a:ext cx="1379026" cy="639694"/>
      </dsp:txXfrm>
    </dsp:sp>
    <dsp:sp modelId="{59BCE01B-14A4-1E49-8B4C-C382FB4F23B2}">
      <dsp:nvSpPr>
        <dsp:cNvPr id="0" name=""/>
        <dsp:cNvSpPr/>
      </dsp:nvSpPr>
      <dsp:spPr>
        <a:xfrm>
          <a:off x="7630701" y="0"/>
          <a:ext cx="1773537" cy="5873642"/>
        </a:xfrm>
        <a:prstGeom prst="roundRect">
          <a:avLst>
            <a:gd name="adj" fmla="val 10000"/>
          </a:avLst>
        </a:prstGeom>
        <a:solidFill>
          <a:schemeClr val="accent1">
            <a:tint val="40000"/>
            <a:hueOff val="0"/>
            <a:satOff val="0"/>
            <a:lumOff val="0"/>
            <a:alphaOff val="0"/>
          </a:schemeClr>
        </a:solidFill>
        <a:ln>
          <a:noFill/>
        </a:ln>
        <a:effectLst>
          <a:outerShdw blurRad="38100" dist="25400" dir="2700000" algn="br" rotWithShape="0">
            <a:srgbClr val="000000">
              <a:alpha val="60000"/>
            </a:srgbClr>
          </a:outerShdw>
        </a:effectLst>
      </dsp:spPr>
      <dsp:style>
        <a:lnRef idx="0">
          <a:scrgbClr r="0" g="0" b="0"/>
        </a:lnRef>
        <a:fillRef idx="1">
          <a:scrgbClr r="0" g="0" b="0"/>
        </a:fillRef>
        <a:effectRef idx="2">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IN" sz="2100" b="0" i="0" kern="1200"/>
            <a:t>ML Pipeline</a:t>
          </a:r>
        </a:p>
      </dsp:txBody>
      <dsp:txXfrm>
        <a:off x="7630701" y="0"/>
        <a:ext cx="1773537" cy="1762092"/>
      </dsp:txXfrm>
    </dsp:sp>
    <dsp:sp modelId="{5C46B005-1AA4-AD43-8131-2591B3043F1E}">
      <dsp:nvSpPr>
        <dsp:cNvPr id="0" name=""/>
        <dsp:cNvSpPr/>
      </dsp:nvSpPr>
      <dsp:spPr>
        <a:xfrm>
          <a:off x="7808055" y="1763203"/>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Feature Engineering </a:t>
          </a:r>
        </a:p>
      </dsp:txBody>
      <dsp:txXfrm>
        <a:off x="7827957" y="1783105"/>
        <a:ext cx="1379026" cy="639694"/>
      </dsp:txXfrm>
    </dsp:sp>
    <dsp:sp modelId="{0C3FD05A-8DCE-C145-8865-B3129B95B646}">
      <dsp:nvSpPr>
        <dsp:cNvPr id="0" name=""/>
        <dsp:cNvSpPr/>
      </dsp:nvSpPr>
      <dsp:spPr>
        <a:xfrm>
          <a:off x="7808055" y="2547240"/>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String Indexing </a:t>
          </a:r>
        </a:p>
      </dsp:txBody>
      <dsp:txXfrm>
        <a:off x="7827957" y="2567142"/>
        <a:ext cx="1379026" cy="639694"/>
      </dsp:txXfrm>
    </dsp:sp>
    <dsp:sp modelId="{A05FA4F3-1693-6C4E-B040-F9F488C39ACB}">
      <dsp:nvSpPr>
        <dsp:cNvPr id="0" name=""/>
        <dsp:cNvSpPr/>
      </dsp:nvSpPr>
      <dsp:spPr>
        <a:xfrm>
          <a:off x="7808055" y="3331277"/>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Vector Assembly </a:t>
          </a:r>
        </a:p>
      </dsp:txBody>
      <dsp:txXfrm>
        <a:off x="7827957" y="3351179"/>
        <a:ext cx="1379026" cy="639694"/>
      </dsp:txXfrm>
    </dsp:sp>
    <dsp:sp modelId="{1054FAA5-FCED-5F4B-BF57-6C3B08708290}">
      <dsp:nvSpPr>
        <dsp:cNvPr id="0" name=""/>
        <dsp:cNvSpPr/>
      </dsp:nvSpPr>
      <dsp:spPr>
        <a:xfrm>
          <a:off x="7808055" y="4115313"/>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Train/Test Split (70/30)</a:t>
          </a:r>
        </a:p>
      </dsp:txBody>
      <dsp:txXfrm>
        <a:off x="7827957" y="4135215"/>
        <a:ext cx="1379026" cy="639694"/>
      </dsp:txXfrm>
    </dsp:sp>
    <dsp:sp modelId="{A85FEC74-B567-DB4F-9081-916DB4689B20}">
      <dsp:nvSpPr>
        <dsp:cNvPr id="0" name=""/>
        <dsp:cNvSpPr/>
      </dsp:nvSpPr>
      <dsp:spPr>
        <a:xfrm>
          <a:off x="7808055" y="4899350"/>
          <a:ext cx="1418830" cy="679498"/>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t" anchorCtr="0">
          <a:noAutofit/>
        </a:bodyPr>
        <a:lstStyle/>
        <a:p>
          <a:pPr marL="0" lvl="0" indent="0" algn="l" defTabSz="444500">
            <a:lnSpc>
              <a:spcPct val="90000"/>
            </a:lnSpc>
            <a:spcBef>
              <a:spcPct val="0"/>
            </a:spcBef>
            <a:spcAft>
              <a:spcPct val="35000"/>
            </a:spcAft>
            <a:buNone/>
          </a:pPr>
          <a:r>
            <a:rPr lang="en-IN" sz="1000" b="0" i="0" kern="1200"/>
            <a:t>Model Ensemble </a:t>
          </a:r>
        </a:p>
        <a:p>
          <a:pPr marL="57150" lvl="1" indent="-57150" algn="l" defTabSz="355600">
            <a:lnSpc>
              <a:spcPct val="90000"/>
            </a:lnSpc>
            <a:spcBef>
              <a:spcPct val="0"/>
            </a:spcBef>
            <a:spcAft>
              <a:spcPct val="15000"/>
            </a:spcAft>
            <a:buNone/>
          </a:pPr>
          <a:r>
            <a:rPr lang="en-IN" sz="800" b="0" i="0" kern="1200"/>
            <a:t>RandomForest </a:t>
          </a:r>
        </a:p>
        <a:p>
          <a:pPr marL="57150" lvl="1" indent="-57150" algn="l" defTabSz="355600">
            <a:lnSpc>
              <a:spcPct val="90000"/>
            </a:lnSpc>
            <a:spcBef>
              <a:spcPct val="0"/>
            </a:spcBef>
            <a:spcAft>
              <a:spcPct val="15000"/>
            </a:spcAft>
            <a:buNone/>
          </a:pPr>
          <a:r>
            <a:rPr lang="en-IN" sz="800" b="0" i="0" kern="1200"/>
            <a:t>GBTClassifier </a:t>
          </a:r>
        </a:p>
        <a:p>
          <a:pPr marL="57150" lvl="1" indent="-57150" algn="l" defTabSz="355600">
            <a:lnSpc>
              <a:spcPct val="90000"/>
            </a:lnSpc>
            <a:spcBef>
              <a:spcPct val="0"/>
            </a:spcBef>
            <a:spcAft>
              <a:spcPct val="15000"/>
            </a:spcAft>
            <a:buNone/>
          </a:pPr>
          <a:r>
            <a:rPr lang="en-IN" sz="800" b="0" i="0" kern="1200"/>
            <a:t>LogisticRegression </a:t>
          </a:r>
        </a:p>
      </dsp:txBody>
      <dsp:txXfrm>
        <a:off x="7827957" y="4919252"/>
        <a:ext cx="1379026" cy="639694"/>
      </dsp:txXfrm>
    </dsp:sp>
    <dsp:sp modelId="{9204BC2C-F338-774C-A3CE-500D9B4DE3D3}">
      <dsp:nvSpPr>
        <dsp:cNvPr id="0" name=""/>
        <dsp:cNvSpPr/>
      </dsp:nvSpPr>
      <dsp:spPr>
        <a:xfrm>
          <a:off x="9537255" y="0"/>
          <a:ext cx="1773537" cy="5873642"/>
        </a:xfrm>
        <a:prstGeom prst="roundRect">
          <a:avLst>
            <a:gd name="adj" fmla="val 10000"/>
          </a:avLst>
        </a:prstGeom>
        <a:solidFill>
          <a:schemeClr val="accent1">
            <a:tint val="40000"/>
            <a:hueOff val="0"/>
            <a:satOff val="0"/>
            <a:lumOff val="0"/>
            <a:alphaOff val="0"/>
          </a:schemeClr>
        </a:solidFill>
        <a:ln>
          <a:noFill/>
        </a:ln>
        <a:effectLst>
          <a:outerShdw blurRad="38100" dist="25400" dir="2700000" algn="br" rotWithShape="0">
            <a:srgbClr val="000000">
              <a:alpha val="60000"/>
            </a:srgbClr>
          </a:outerShdw>
        </a:effectLst>
      </dsp:spPr>
      <dsp:style>
        <a:lnRef idx="0">
          <a:scrgbClr r="0" g="0" b="0"/>
        </a:lnRef>
        <a:fillRef idx="1">
          <a:scrgbClr r="0" g="0" b="0"/>
        </a:fillRef>
        <a:effectRef idx="2">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MODEL EVALUATION</a:t>
          </a:r>
        </a:p>
      </dsp:txBody>
      <dsp:txXfrm>
        <a:off x="9537255" y="0"/>
        <a:ext cx="1773537" cy="1762092"/>
      </dsp:txXfrm>
    </dsp:sp>
    <dsp:sp modelId="{574D217A-7A8D-8B49-B23C-5E7F5A938E98}">
      <dsp:nvSpPr>
        <dsp:cNvPr id="0" name=""/>
        <dsp:cNvSpPr/>
      </dsp:nvSpPr>
      <dsp:spPr>
        <a:xfrm>
          <a:off x="9714608" y="1762594"/>
          <a:ext cx="1418830" cy="1153935"/>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Accuracy: 95.57% </a:t>
          </a:r>
          <a:endParaRPr lang="en-GB" sz="1000" kern="1200"/>
        </a:p>
      </dsp:txBody>
      <dsp:txXfrm>
        <a:off x="9748406" y="1796392"/>
        <a:ext cx="1351234" cy="1086339"/>
      </dsp:txXfrm>
    </dsp:sp>
    <dsp:sp modelId="{D5F84112-5494-F048-8C3F-3D56B2EE94A0}">
      <dsp:nvSpPr>
        <dsp:cNvPr id="0" name=""/>
        <dsp:cNvSpPr/>
      </dsp:nvSpPr>
      <dsp:spPr>
        <a:xfrm>
          <a:off x="9714608" y="3094058"/>
          <a:ext cx="1418830" cy="1153935"/>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RMSE: 0.21 </a:t>
          </a:r>
          <a:endParaRPr lang="en-GB" sz="1000" kern="1200"/>
        </a:p>
      </dsp:txBody>
      <dsp:txXfrm>
        <a:off x="9748406" y="3127856"/>
        <a:ext cx="1351234" cy="1086339"/>
      </dsp:txXfrm>
    </dsp:sp>
    <dsp:sp modelId="{19394182-97DB-AA4F-868F-19703121BBB6}">
      <dsp:nvSpPr>
        <dsp:cNvPr id="0" name=""/>
        <dsp:cNvSpPr/>
      </dsp:nvSpPr>
      <dsp:spPr>
        <a:xfrm>
          <a:off x="9714608" y="4425522"/>
          <a:ext cx="1418830" cy="1153935"/>
        </a:xfrm>
        <a:prstGeom prst="roundRect">
          <a:avLst>
            <a:gd name="adj" fmla="val 10000"/>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IN" sz="1000" b="0" i="0" kern="1200"/>
            <a:t>Cross-validation Ready </a:t>
          </a:r>
          <a:endParaRPr lang="en-GB" sz="1000" kern="1200"/>
        </a:p>
      </dsp:txBody>
      <dsp:txXfrm>
        <a:off x="9748406" y="4459320"/>
        <a:ext cx="1351234" cy="1086339"/>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9B5162-31D5-D27B-CB8B-8469F666608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a:extLst>
              <a:ext uri="{FF2B5EF4-FFF2-40B4-BE49-F238E27FC236}">
                <a16:creationId xmlns:a16="http://schemas.microsoft.com/office/drawing/2014/main" id="{14EB8204-F427-3587-2023-45F3DF3CAD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1D0B005-AE3F-4DA2-9559-980D1360C114}" type="datetimeFigureOut">
              <a:rPr lang="en-SG" smtClean="0"/>
              <a:t>27/11/2025</a:t>
            </a:fld>
            <a:endParaRPr lang="en-SG"/>
          </a:p>
        </p:txBody>
      </p:sp>
      <p:sp>
        <p:nvSpPr>
          <p:cNvPr id="4" name="Footer Placeholder 3">
            <a:extLst>
              <a:ext uri="{FF2B5EF4-FFF2-40B4-BE49-F238E27FC236}">
                <a16:creationId xmlns:a16="http://schemas.microsoft.com/office/drawing/2014/main" id="{B1FF136A-E7CF-98B4-480E-A32119CB16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5" name="Slide Number Placeholder 4">
            <a:extLst>
              <a:ext uri="{FF2B5EF4-FFF2-40B4-BE49-F238E27FC236}">
                <a16:creationId xmlns:a16="http://schemas.microsoft.com/office/drawing/2014/main" id="{02167F81-B274-2766-0143-5AF2148974F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EF42E51-4BA4-41E8-8E38-E80BA45B03F6}" type="slidenum">
              <a:rPr lang="en-SG" smtClean="0"/>
              <a:t>‹#›</a:t>
            </a:fld>
            <a:endParaRPr lang="en-SG"/>
          </a:p>
        </p:txBody>
      </p:sp>
    </p:spTree>
    <p:extLst>
      <p:ext uri="{BB962C8B-B14F-4D97-AF65-F5344CB8AC3E}">
        <p14:creationId xmlns:p14="http://schemas.microsoft.com/office/powerpoint/2010/main" val="115589154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A0547B-158A-49BE-8714-80B0BEEFC392}" type="datetimeFigureOut">
              <a:rPr lang="en-SG" smtClean="0"/>
              <a:t>27/11/2025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D1C9C6-E11A-4277-9787-7297B88DF7E0}" type="slidenum">
              <a:rPr lang="en-SG" smtClean="0"/>
              <a:t>‹#›</a:t>
            </a:fld>
            <a:endParaRPr lang="en-SG"/>
          </a:p>
        </p:txBody>
      </p:sp>
    </p:spTree>
    <p:extLst>
      <p:ext uri="{BB962C8B-B14F-4D97-AF65-F5344CB8AC3E}">
        <p14:creationId xmlns:p14="http://schemas.microsoft.com/office/powerpoint/2010/main" val="27156097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hasCustomPrompt="1"/>
          </p:nvPr>
        </p:nvSpPr>
        <p:spPr>
          <a:xfrm>
            <a:off x="1097280" y="758952"/>
            <a:ext cx="10058400" cy="3566160"/>
          </a:xfrm>
        </p:spPr>
        <p:txBody>
          <a:bodyPr anchor="b">
            <a:normAutofit/>
          </a:bodyPr>
          <a:lstStyle>
            <a:lvl1pPr algn="l">
              <a:lnSpc>
                <a:spcPct val="85000"/>
              </a:lnSpc>
              <a:defRPr sz="5400" spc="-50" baseline="0">
                <a:solidFill>
                  <a:schemeClr val="bg1"/>
                </a:solidFill>
              </a:defRPr>
            </a:lvl1pPr>
          </a:lstStyle>
          <a:p>
            <a:r>
              <a:rPr lang="en-US"/>
              <a:t>Title</a:t>
            </a:r>
          </a:p>
        </p:txBody>
      </p:sp>
      <p:sp>
        <p:nvSpPr>
          <p:cNvPr id="3" name="Subtitle 2"/>
          <p:cNvSpPr>
            <a:spLocks noGrp="1"/>
          </p:cNvSpPr>
          <p:nvPr>
            <p:ph type="subTitle" idx="1"/>
          </p:nvPr>
        </p:nvSpPr>
        <p:spPr>
          <a:xfrm>
            <a:off x="1100052" y="4455620"/>
            <a:ext cx="10058400" cy="1143000"/>
          </a:xfrm>
        </p:spPr>
        <p:txBody>
          <a:bodyPr lIns="91440" rIns="91440">
            <a:normAutofit/>
          </a:bodyPr>
          <a:lstStyle>
            <a:lvl1pPr marL="0" indent="0" algn="l">
              <a:buNone/>
              <a:defRPr sz="2400" b="0" i="1" cap="none" spc="200" baseline="0">
                <a:solidFill>
                  <a:schemeClr val="bg1"/>
                </a:solidFill>
                <a:latin typeface="Graphik Light" panose="020B0403030202060203" pitchFamily="34" charset="0"/>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p>
        </p:txBody>
      </p:sp>
      <p:sp>
        <p:nvSpPr>
          <p:cNvPr id="5" name="Footer Placeholder 4"/>
          <p:cNvSpPr>
            <a:spLocks noGrp="1"/>
          </p:cNvSpPr>
          <p:nvPr>
            <p:ph type="ftr" sz="quarter" idx="11"/>
          </p:nvPr>
        </p:nvSpPr>
        <p:spPr/>
        <p:txBody>
          <a:bodyPr/>
          <a:lstStyle/>
          <a:p>
            <a:r>
              <a:rPr lang="it-IT"/>
              <a:t>DA 231o: Data Engineering at Scale</a:t>
            </a:r>
            <a:endParaRPr lang="en-SG"/>
          </a:p>
        </p:txBody>
      </p:sp>
      <p:sp>
        <p:nvSpPr>
          <p:cNvPr id="6" name="Slide Number Placeholder 5"/>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7382722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defRPr>
                <a:latin typeface="Graphik Regular" panose="020B0503030202060203" pitchFamily="34" charset="0"/>
              </a:defRPr>
            </a:lvl1pPr>
            <a:lvl2pPr>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8">
            <a:extLst>
              <a:ext uri="{FF2B5EF4-FFF2-40B4-BE49-F238E27FC236}">
                <a16:creationId xmlns:a16="http://schemas.microsoft.com/office/drawing/2014/main" id="{551C70ED-94CA-A642-FD1E-522A6990F33D}"/>
              </a:ext>
            </a:extLst>
          </p:cNvPr>
          <p:cNvSpPr>
            <a:spLocks noGrp="1"/>
          </p:cNvSpPr>
          <p:nvPr>
            <p:ph type="title"/>
          </p:nvPr>
        </p:nvSpPr>
        <p:spPr/>
        <p:txBody>
          <a:bodyPr/>
          <a:lstStyle/>
          <a:p>
            <a:r>
              <a:rPr lang="en-US"/>
              <a:t>Click to edit Master title style</a:t>
            </a:r>
            <a:endParaRPr lang="en-SG"/>
          </a:p>
        </p:txBody>
      </p:sp>
      <p:sp>
        <p:nvSpPr>
          <p:cNvPr id="11" name="Footer Placeholder 10">
            <a:extLst>
              <a:ext uri="{FF2B5EF4-FFF2-40B4-BE49-F238E27FC236}">
                <a16:creationId xmlns:a16="http://schemas.microsoft.com/office/drawing/2014/main" id="{F14EF858-2983-E647-2178-E92591E7E8FD}"/>
              </a:ext>
            </a:extLst>
          </p:cNvPr>
          <p:cNvSpPr>
            <a:spLocks noGrp="1"/>
          </p:cNvSpPr>
          <p:nvPr>
            <p:ph type="ftr" sz="quarter" idx="11"/>
          </p:nvPr>
        </p:nvSpPr>
        <p:spPr/>
        <p:txBody>
          <a:bodyPr/>
          <a:lstStyle/>
          <a:p>
            <a:r>
              <a:rPr lang="it-IT"/>
              <a:t>DA 231o: Data Engineering at Scale</a:t>
            </a:r>
            <a:endParaRPr lang="en-SG"/>
          </a:p>
        </p:txBody>
      </p:sp>
      <p:sp>
        <p:nvSpPr>
          <p:cNvPr id="12" name="Slide Number Placeholder 11">
            <a:extLst>
              <a:ext uri="{FF2B5EF4-FFF2-40B4-BE49-F238E27FC236}">
                <a16:creationId xmlns:a16="http://schemas.microsoft.com/office/drawing/2014/main" id="{2C483A77-9139-666A-419A-D5D0E83B91ED}"/>
              </a:ext>
            </a:extLst>
          </p:cNvPr>
          <p:cNvSpPr>
            <a:spLocks noGrp="1"/>
          </p:cNvSpPr>
          <p:nvPr>
            <p:ph type="sldNum" sz="quarter" idx="12"/>
          </p:nvPr>
        </p:nvSpPr>
        <p:spPr/>
        <p:txBody>
          <a:bodyPr/>
          <a:lstStyle/>
          <a:p>
            <a:fld id="{BF1758FF-0BF1-4103-A89A-38EC40E85429}" type="slidenum">
              <a:rPr lang="en-SG" smtClean="0"/>
              <a:pPr/>
              <a:t>‹#›</a:t>
            </a:fld>
            <a:endParaRPr lang="en-SG"/>
          </a:p>
        </p:txBody>
      </p:sp>
    </p:spTree>
    <p:extLst>
      <p:ext uri="{BB962C8B-B14F-4D97-AF65-F5344CB8AC3E}">
        <p14:creationId xmlns:p14="http://schemas.microsoft.com/office/powerpoint/2010/main" val="30208359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2925" y="286604"/>
            <a:ext cx="10612756" cy="1000608"/>
          </a:xfrm>
        </p:spPr>
        <p:txBody>
          <a:bodyPr/>
          <a:lstStyle>
            <a:lvl1pPr marL="0">
              <a:defRPr/>
            </a:lvl1pPr>
          </a:lstStyle>
          <a:p>
            <a:r>
              <a:rPr lang="en-US"/>
              <a:t>Click to edit Master title style</a:t>
            </a:r>
          </a:p>
        </p:txBody>
      </p:sp>
      <p:sp>
        <p:nvSpPr>
          <p:cNvPr id="3" name="Content Placeholder 2"/>
          <p:cNvSpPr>
            <a:spLocks noGrp="1"/>
          </p:cNvSpPr>
          <p:nvPr>
            <p:ph idx="1"/>
          </p:nvPr>
        </p:nvSpPr>
        <p:spPr>
          <a:xfrm>
            <a:off x="542925" y="1549400"/>
            <a:ext cx="10612756" cy="4648199"/>
          </a:xfrm>
        </p:spPr>
        <p:txBody>
          <a:bodyPr/>
          <a:lstStyle>
            <a:lvl1pPr>
              <a:buClr>
                <a:schemeClr val="accent2"/>
              </a:buClr>
              <a:defRPr/>
            </a:lvl1pPr>
            <a:lvl2pPr>
              <a:buClr>
                <a:schemeClr val="accent2"/>
              </a:buClr>
              <a:defRPr/>
            </a:lvl2pPr>
            <a:lvl3pPr>
              <a:buClr>
                <a:schemeClr val="accent2"/>
              </a:buClr>
              <a:defRPr/>
            </a:lvl3pPr>
            <a:lvl4pPr>
              <a:buClr>
                <a:schemeClr val="accent2"/>
              </a:buClr>
              <a:defRPr/>
            </a:lvl4pPr>
            <a:lvl5pPr>
              <a:buClr>
                <a:schemeClr val="accent2"/>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lvl1pPr>
              <a:defRPr sz="1100"/>
            </a:lvl1pPr>
          </a:lstStyle>
          <a:p>
            <a:r>
              <a:rPr lang="it-IT"/>
              <a:t>DA 231o: Data Engineering at Scale</a:t>
            </a:r>
            <a:endParaRPr lang="en-SG"/>
          </a:p>
        </p:txBody>
      </p:sp>
      <p:sp>
        <p:nvSpPr>
          <p:cNvPr id="6" name="Slide Number Placeholder 5"/>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30558302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6"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5400" b="0">
                <a:solidFill>
                  <a:schemeClr val="tx1">
                    <a:lumMod val="85000"/>
                    <a:lumOff val="15000"/>
                  </a:schemeClr>
                </a:solidFill>
              </a:defRPr>
            </a:lvl1pPr>
          </a:lstStyle>
          <a:p>
            <a:r>
              <a:rPr lang="en-US"/>
              <a:t>Click to edit Master title style</a:t>
            </a:r>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Graphik Light" panose="020B0403030202060203" pitchFamily="34" charset="0"/>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it-IT"/>
              <a:t>DA 231o: Data Engineering at Scale</a:t>
            </a:r>
            <a:endParaRPr lang="en-SG"/>
          </a:p>
        </p:txBody>
      </p:sp>
      <p:sp>
        <p:nvSpPr>
          <p:cNvPr id="6" name="Slide Number Placeholder 5"/>
          <p:cNvSpPr>
            <a:spLocks noGrp="1"/>
          </p:cNvSpPr>
          <p:nvPr>
            <p:ph type="sldNum" sz="quarter" idx="12"/>
          </p:nvPr>
        </p:nvSpPr>
        <p:spPr/>
        <p:txBody>
          <a:bodyPr/>
          <a:lstStyle/>
          <a:p>
            <a:fld id="{BF1758FF-0BF1-4103-A89A-38EC40E85429}" type="slidenum">
              <a:rPr lang="en-SG" smtClean="0"/>
              <a:t>‹#›</a:t>
            </a:fld>
            <a:endParaRPr lang="en-SG"/>
          </a:p>
        </p:txBody>
      </p:sp>
      <p:cxnSp>
        <p:nvCxnSpPr>
          <p:cNvPr id="9" name="Straight Connector 8"/>
          <p:cNvCxnSpPr/>
          <p:nvPr/>
        </p:nvCxnSpPr>
        <p:spPr>
          <a:xfrm>
            <a:off x="1207659"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95583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514351" y="286604"/>
            <a:ext cx="11134725" cy="968440"/>
          </a:xfrm>
        </p:spPr>
        <p:txBody>
          <a:bodyPr/>
          <a:lstStyle/>
          <a:p>
            <a:r>
              <a:rPr lang="en-US"/>
              <a:t>Click to edit Master title style</a:t>
            </a:r>
          </a:p>
        </p:txBody>
      </p:sp>
      <p:sp>
        <p:nvSpPr>
          <p:cNvPr id="3" name="Content Placeholder 2"/>
          <p:cNvSpPr>
            <a:spLocks noGrp="1"/>
          </p:cNvSpPr>
          <p:nvPr>
            <p:ph sz="half" idx="1"/>
          </p:nvPr>
        </p:nvSpPr>
        <p:spPr>
          <a:xfrm>
            <a:off x="514350" y="1531407"/>
            <a:ext cx="540000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4590" y="1531408"/>
            <a:ext cx="540000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p:txBody>
          <a:bodyPr/>
          <a:lstStyle/>
          <a:p>
            <a:r>
              <a:rPr lang="it-IT"/>
              <a:t>DA 231o: Data Engineering at Scale</a:t>
            </a:r>
            <a:endParaRPr lang="en-SG"/>
          </a:p>
        </p:txBody>
      </p:sp>
      <p:sp>
        <p:nvSpPr>
          <p:cNvPr id="7" name="Slide Number Placeholder 6"/>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16100932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p:cNvSpPr>
            <a:spLocks noGrp="1"/>
          </p:cNvSpPr>
          <p:nvPr>
            <p:ph type="ftr" sz="quarter" idx="11"/>
          </p:nvPr>
        </p:nvSpPr>
        <p:spPr/>
        <p:txBody>
          <a:bodyPr/>
          <a:lstStyle/>
          <a:p>
            <a:r>
              <a:rPr lang="it-IT"/>
              <a:t>DA 231o: Data Engineering at Scale</a:t>
            </a:r>
            <a:endParaRPr lang="en-SG"/>
          </a:p>
        </p:txBody>
      </p:sp>
      <p:sp>
        <p:nvSpPr>
          <p:cNvPr id="9" name="Slide Number Placeholder 8"/>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3425617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p:txBody>
          <a:bodyPr/>
          <a:lstStyle/>
          <a:p>
            <a:r>
              <a:rPr lang="it-IT"/>
              <a:t>DA 231o: Data Engineering at Scale</a:t>
            </a:r>
            <a:endParaRPr lang="en-SG"/>
          </a:p>
        </p:txBody>
      </p:sp>
      <p:sp>
        <p:nvSpPr>
          <p:cNvPr id="5" name="Slide Number Placeholder 4"/>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29768922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userDrawn="1"/>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6"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Footer Placeholder 7"/>
          <p:cNvSpPr>
            <a:spLocks noGrp="1"/>
          </p:cNvSpPr>
          <p:nvPr>
            <p:ph type="ftr" sz="quarter" idx="11"/>
          </p:nvPr>
        </p:nvSpPr>
        <p:spPr/>
        <p:txBody>
          <a:bodyPr/>
          <a:lstStyle>
            <a:lvl1pPr>
              <a:defRPr>
                <a:solidFill>
                  <a:srgbClr val="FFFFFF"/>
                </a:solidFill>
              </a:defRPr>
            </a:lvl1pPr>
          </a:lstStyle>
          <a:p>
            <a:r>
              <a:rPr lang="it-IT"/>
              <a:t>DA 231o: Data Engineering at Scale</a:t>
            </a:r>
            <a:endParaRPr lang="en-SG"/>
          </a:p>
        </p:txBody>
      </p:sp>
      <p:sp>
        <p:nvSpPr>
          <p:cNvPr id="9" name="Slide Number Placeholder 8"/>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12992898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 with Caption">
    <p:spTree>
      <p:nvGrpSpPr>
        <p:cNvPr id="1" name=""/>
        <p:cNvGrpSpPr/>
        <p:nvPr/>
      </p:nvGrpSpPr>
      <p:grpSpPr>
        <a:xfrm>
          <a:off x="0" y="0"/>
          <a:ext cx="0" cy="0"/>
          <a:chOff x="0" y="0"/>
          <a:chExt cx="0" cy="0"/>
        </a:xfrm>
      </p:grpSpPr>
      <p:sp>
        <p:nvSpPr>
          <p:cNvPr id="8" name="Rectangle 7"/>
          <p:cNvSpPr/>
          <p:nvPr/>
        </p:nvSpPr>
        <p:spPr>
          <a:xfrm>
            <a:off x="606582" y="106831"/>
            <a:ext cx="11271565" cy="6246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3" name="Content Placeholder 2"/>
          <p:cNvSpPr>
            <a:spLocks noGrp="1"/>
          </p:cNvSpPr>
          <p:nvPr>
            <p:ph idx="1"/>
          </p:nvPr>
        </p:nvSpPr>
        <p:spPr>
          <a:xfrm>
            <a:off x="606582" y="731520"/>
            <a:ext cx="11271565" cy="5257800"/>
          </a:xfrm>
        </p:spPr>
        <p:txBody>
          <a:bodyPr/>
          <a:lstStyle>
            <a:lvl1pPr>
              <a:defRPr>
                <a:latin typeface="Graphik Regular" panose="020B0503030202060203" pitchFamily="34" charset="0"/>
              </a:defRPr>
            </a:lvl1pPr>
            <a:lvl2pPr>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a:xfrm>
            <a:off x="606582" y="6102490"/>
            <a:ext cx="4648201" cy="365125"/>
          </a:xfrm>
        </p:spPr>
        <p:txBody>
          <a:bodyPr/>
          <a:lstStyle>
            <a:lvl1pPr algn="l">
              <a:defRPr>
                <a:solidFill>
                  <a:schemeClr val="accent2"/>
                </a:solidFill>
              </a:defRPr>
            </a:lvl1pPr>
          </a:lstStyle>
          <a:p>
            <a:r>
              <a:rPr lang="it-IT"/>
              <a:t>DA 231o: Data Engineering at Scale</a:t>
            </a:r>
            <a:endParaRPr lang="en-SG"/>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F1758FF-0BF1-4103-A89A-38EC40E85429}" type="slidenum">
              <a:rPr lang="en-SG" smtClean="0"/>
              <a:t>‹#›</a:t>
            </a:fld>
            <a:endParaRPr lang="en-SG"/>
          </a:p>
        </p:txBody>
      </p:sp>
      <p:sp>
        <p:nvSpPr>
          <p:cNvPr id="10" name="Title 7">
            <a:extLst>
              <a:ext uri="{FF2B5EF4-FFF2-40B4-BE49-F238E27FC236}">
                <a16:creationId xmlns:a16="http://schemas.microsoft.com/office/drawing/2014/main" id="{24B7ED05-9CA9-81CD-55D5-01741689E940}"/>
              </a:ext>
            </a:extLst>
          </p:cNvPr>
          <p:cNvSpPr>
            <a:spLocks noGrp="1"/>
          </p:cNvSpPr>
          <p:nvPr>
            <p:ph type="title" idx="4294967295"/>
          </p:nvPr>
        </p:nvSpPr>
        <p:spPr>
          <a:xfrm>
            <a:off x="784636" y="160445"/>
            <a:ext cx="10800782" cy="507704"/>
          </a:xfrm>
        </p:spPr>
        <p:txBody>
          <a:bodyPr>
            <a:noAutofit/>
          </a:bodyPr>
          <a:lstStyle>
            <a:lvl1pPr>
              <a:defRPr sz="2000"/>
            </a:lvl1pPr>
          </a:lstStyle>
          <a:p>
            <a:endParaRPr lang="en-SG" sz="2400">
              <a:solidFill>
                <a:schemeClr val="bg1"/>
              </a:solidFill>
            </a:endParaRPr>
          </a:p>
        </p:txBody>
      </p:sp>
    </p:spTree>
    <p:extLst>
      <p:ext uri="{BB962C8B-B14F-4D97-AF65-F5344CB8AC3E}">
        <p14:creationId xmlns:p14="http://schemas.microsoft.com/office/powerpoint/2010/main" val="4919823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6"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1"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14" y="0"/>
            <a:ext cx="12191986"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1097281"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it-IT"/>
              <a:t>DA 231o: Data Engineering at Scale</a:t>
            </a:r>
            <a:endParaRPr lang="en-SG"/>
          </a:p>
        </p:txBody>
      </p:sp>
      <p:sp>
        <p:nvSpPr>
          <p:cNvPr id="7" name="Slide Number Placeholder 6"/>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29687970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it-IT"/>
              <a:t>DA 231o: Data Engineering at Scale</a:t>
            </a:r>
            <a:endParaRPr lang="en-SG"/>
          </a:p>
        </p:txBody>
      </p:sp>
      <p:sp>
        <p:nvSpPr>
          <p:cNvPr id="6" name="Slide Number Placeholder 5"/>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7968142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6"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899" y="414779"/>
            <a:ext cx="2628900" cy="575742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199"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it-IT"/>
              <a:t>DA 231o: Data Engineering at Scale</a:t>
            </a:r>
            <a:endParaRPr lang="en-SG"/>
          </a:p>
        </p:txBody>
      </p:sp>
      <p:sp>
        <p:nvSpPr>
          <p:cNvPr id="6" name="Slide Number Placeholder 5"/>
          <p:cNvSpPr>
            <a:spLocks noGrp="1"/>
          </p:cNvSpPr>
          <p:nvPr>
            <p:ph type="sldNum" sz="quarter" idx="12"/>
          </p:nvPr>
        </p:nvSpPr>
        <p:spPr/>
        <p:txBody>
          <a:bodyPr/>
          <a:lstStyle/>
          <a:p>
            <a:fld id="{BF1758FF-0BF1-4103-A89A-38EC40E85429}" type="slidenum">
              <a:rPr lang="en-SG" smtClean="0"/>
              <a:t>‹#›</a:t>
            </a:fld>
            <a:endParaRPr lang="en-SG"/>
          </a:p>
        </p:txBody>
      </p:sp>
    </p:spTree>
    <p:extLst>
      <p:ext uri="{BB962C8B-B14F-4D97-AF65-F5344CB8AC3E}">
        <p14:creationId xmlns:p14="http://schemas.microsoft.com/office/powerpoint/2010/main" val="38402141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23876" y="18156"/>
            <a:ext cx="11229975" cy="994039"/>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23876" y="1217451"/>
            <a:ext cx="11229975" cy="5074292"/>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686186" y="6459786"/>
            <a:ext cx="4822804" cy="365125"/>
          </a:xfrm>
          <a:prstGeom prst="rect">
            <a:avLst/>
          </a:prstGeom>
        </p:spPr>
        <p:txBody>
          <a:bodyPr vert="horz" lIns="91440" tIns="45720" rIns="91440" bIns="45720" rtlCol="0" anchor="ctr"/>
          <a:lstStyle>
            <a:lvl1pPr algn="ctr">
              <a:defRPr sz="1100" cap="none" baseline="0">
                <a:solidFill>
                  <a:schemeClr val="accent2"/>
                </a:solidFill>
                <a:latin typeface="Graphik Regular" panose="020B0503030202060203" pitchFamily="34" charset="0"/>
              </a:defRPr>
            </a:lvl1pPr>
          </a:lstStyle>
          <a:p>
            <a:r>
              <a:rPr lang="it-IT"/>
              <a:t>DA 231o: Data Engineering at Scale</a:t>
            </a:r>
            <a:endParaRPr lang="en-SG"/>
          </a:p>
        </p:txBody>
      </p:sp>
      <p:sp>
        <p:nvSpPr>
          <p:cNvPr id="6" name="Slide Number Placeholder 5"/>
          <p:cNvSpPr>
            <a:spLocks noGrp="1"/>
          </p:cNvSpPr>
          <p:nvPr>
            <p:ph type="sldNum" sz="quarter" idx="4"/>
          </p:nvPr>
        </p:nvSpPr>
        <p:spPr>
          <a:xfrm>
            <a:off x="10879975" y="6459785"/>
            <a:ext cx="1312025" cy="365125"/>
          </a:xfrm>
          <a:prstGeom prst="rect">
            <a:avLst/>
          </a:prstGeom>
          <a:noFill/>
        </p:spPr>
        <p:txBody>
          <a:bodyPr vert="horz" lIns="91440" tIns="45720" rIns="91440" bIns="45720" rtlCol="0" anchor="ctr"/>
          <a:lstStyle>
            <a:lvl1pPr algn="r">
              <a:defRPr sz="1050">
                <a:solidFill>
                  <a:schemeClr val="tx1"/>
                </a:solidFill>
                <a:latin typeface="Graphik Thin" panose="020B0203030202060203" pitchFamily="34" charset="0"/>
              </a:defRPr>
            </a:lvl1pPr>
          </a:lstStyle>
          <a:p>
            <a:fld id="{BF1758FF-0BF1-4103-A89A-38EC40E85429}" type="slidenum">
              <a:rPr lang="en-SG" smtClean="0"/>
              <a:pPr/>
              <a:t>‹#›</a:t>
            </a:fld>
            <a:endParaRPr lang="en-SG"/>
          </a:p>
        </p:txBody>
      </p:sp>
    </p:spTree>
    <p:extLst>
      <p:ext uri="{BB962C8B-B14F-4D97-AF65-F5344CB8AC3E}">
        <p14:creationId xmlns:p14="http://schemas.microsoft.com/office/powerpoint/2010/main" val="626750661"/>
      </p:ext>
    </p:extLst>
  </p:cSld>
  <p:clrMap bg1="lt1" tx1="dk1" bg2="lt2" tx2="dk2" accent1="accent1" accent2="accent2" accent3="accent3" accent4="accent4" accent5="accent5" accent6="accent6" hlink="hlink" folHlink="folHlink"/>
  <p:sldLayoutIdLst>
    <p:sldLayoutId id="2147483721" r:id="rId1"/>
    <p:sldLayoutId id="2147483732"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Lst>
  <p:hf hdr="0" dt="0"/>
  <p:txStyles>
    <p:titleStyle>
      <a:lvl1pPr algn="l" defTabSz="914400" rtl="0" eaLnBrk="1" latinLnBrk="0" hangingPunct="1">
        <a:lnSpc>
          <a:spcPct val="85000"/>
        </a:lnSpc>
        <a:spcBef>
          <a:spcPct val="0"/>
        </a:spcBef>
        <a:buNone/>
        <a:defRPr sz="4000" b="0" kern="1200" spc="-50" baseline="0">
          <a:solidFill>
            <a:schemeClr val="accent2"/>
          </a:solidFill>
          <a:latin typeface="Graphik Semibold" panose="020B0703030202060203" pitchFamily="34" charset="0"/>
          <a:ea typeface="+mj-ea"/>
          <a:cs typeface="+mj-cs"/>
        </a:defRPr>
      </a:lvl1pPr>
    </p:titleStyle>
    <p:bodyStyle>
      <a:lvl1pPr marL="216000" indent="-216000" algn="l" defTabSz="914400" rtl="0" eaLnBrk="1" latinLnBrk="0" hangingPunct="1">
        <a:lnSpc>
          <a:spcPct val="90000"/>
        </a:lnSpc>
        <a:spcBef>
          <a:spcPts val="1200"/>
        </a:spcBef>
        <a:spcAft>
          <a:spcPts val="200"/>
        </a:spcAft>
        <a:buClr>
          <a:schemeClr val="accent2"/>
        </a:buClr>
        <a:buSzPct val="100000"/>
        <a:buFont typeface="Arial" panose="020B0604020202020204" pitchFamily="34" charset="0"/>
        <a:buChar char="•"/>
        <a:defRPr sz="2000" kern="1200">
          <a:solidFill>
            <a:schemeClr val="tx1">
              <a:lumMod val="75000"/>
              <a:lumOff val="25000"/>
            </a:schemeClr>
          </a:solidFill>
          <a:latin typeface="Graphik Light" panose="020B0403030202060203" pitchFamily="34" charset="0"/>
          <a:ea typeface="+mn-ea"/>
          <a:cs typeface="+mn-cs"/>
        </a:defRPr>
      </a:lvl1pPr>
      <a:lvl2pPr marL="486918" indent="-285750" algn="l" defTabSz="914400" rtl="0" eaLnBrk="1" latinLnBrk="0" hangingPunct="1">
        <a:lnSpc>
          <a:spcPct val="90000"/>
        </a:lnSpc>
        <a:spcBef>
          <a:spcPts val="200"/>
        </a:spcBef>
        <a:spcAft>
          <a:spcPts val="400"/>
        </a:spcAft>
        <a:buClr>
          <a:schemeClr val="accent2"/>
        </a:buClr>
        <a:buFont typeface="Arial" panose="020B0604020202020204" pitchFamily="34" charset="0"/>
        <a:buChar char="•"/>
        <a:defRPr sz="1800" kern="1200">
          <a:solidFill>
            <a:schemeClr val="tx1">
              <a:lumMod val="75000"/>
              <a:lumOff val="25000"/>
            </a:schemeClr>
          </a:solidFill>
          <a:latin typeface="Graphik Light" panose="020B0403030202060203" pitchFamily="34" charset="0"/>
          <a:ea typeface="+mn-ea"/>
          <a:cs typeface="+mn-cs"/>
        </a:defRPr>
      </a:lvl2pPr>
      <a:lvl3pPr marL="669798" indent="-285750" algn="l" defTabSz="914400" rtl="0" eaLnBrk="1" latinLnBrk="0" hangingPunct="1">
        <a:lnSpc>
          <a:spcPct val="90000"/>
        </a:lnSpc>
        <a:spcBef>
          <a:spcPts val="200"/>
        </a:spcBef>
        <a:spcAft>
          <a:spcPts val="400"/>
        </a:spcAft>
        <a:buClr>
          <a:schemeClr val="accent2"/>
        </a:buClr>
        <a:buFont typeface="Arial" panose="020B0604020202020204" pitchFamily="34" charset="0"/>
        <a:buChar char="•"/>
        <a:defRPr sz="1400" kern="1200">
          <a:solidFill>
            <a:schemeClr val="tx1">
              <a:lumMod val="75000"/>
              <a:lumOff val="25000"/>
            </a:schemeClr>
          </a:solidFill>
          <a:latin typeface="Graphik Light" panose="020B0403030202060203" pitchFamily="34" charset="0"/>
          <a:ea typeface="+mn-ea"/>
          <a:cs typeface="+mn-cs"/>
        </a:defRPr>
      </a:lvl3pPr>
      <a:lvl4pPr marL="852678" indent="-285750" algn="l" defTabSz="914400" rtl="0" eaLnBrk="1" latinLnBrk="0" hangingPunct="1">
        <a:lnSpc>
          <a:spcPct val="90000"/>
        </a:lnSpc>
        <a:spcBef>
          <a:spcPts val="200"/>
        </a:spcBef>
        <a:spcAft>
          <a:spcPts val="400"/>
        </a:spcAft>
        <a:buClr>
          <a:schemeClr val="accent2"/>
        </a:buClr>
        <a:buFont typeface="Arial" panose="020B0604020202020204" pitchFamily="34" charset="0"/>
        <a:buChar char="•"/>
        <a:defRPr sz="1400" kern="1200">
          <a:solidFill>
            <a:schemeClr val="tx1">
              <a:lumMod val="75000"/>
              <a:lumOff val="25000"/>
            </a:schemeClr>
          </a:solidFill>
          <a:latin typeface="Graphik Light" panose="020B0403030202060203" pitchFamily="34" charset="0"/>
          <a:ea typeface="+mn-ea"/>
          <a:cs typeface="+mn-cs"/>
        </a:defRPr>
      </a:lvl4pPr>
      <a:lvl5pPr marL="1035558" indent="-285750" algn="l" defTabSz="914400" rtl="0" eaLnBrk="1" latinLnBrk="0" hangingPunct="1">
        <a:lnSpc>
          <a:spcPct val="90000"/>
        </a:lnSpc>
        <a:spcBef>
          <a:spcPts val="200"/>
        </a:spcBef>
        <a:spcAft>
          <a:spcPts val="400"/>
        </a:spcAft>
        <a:buClr>
          <a:schemeClr val="accent2"/>
        </a:buClr>
        <a:buFont typeface="Arial" panose="020B0604020202020204" pitchFamily="34" charset="0"/>
        <a:buChar char="•"/>
        <a:defRPr sz="1400" kern="1200">
          <a:solidFill>
            <a:schemeClr val="tx1">
              <a:lumMod val="75000"/>
              <a:lumOff val="25000"/>
            </a:schemeClr>
          </a:solidFill>
          <a:latin typeface="Graphik Light" panose="020B0403030202060203" pitchFamily="34" charset="0"/>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umeshbp@iisc.ac.in" TargetMode="External"/><Relationship Id="rId2" Type="http://schemas.openxmlformats.org/officeDocument/2006/relationships/hyperlink" Target="mailto:roupyajayb@iisc.ac.in" TargetMode="Externa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hyperlink" Target="mailto:ninadphadnis@iisc.ac.in" TargetMode="External"/><Relationship Id="rId4" Type="http://schemas.openxmlformats.org/officeDocument/2006/relationships/hyperlink" Target="mailto:bhagathchan1@iisc.ac.in"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umeshbp-iisc/de_Uber_analysis/tree/main" TargetMode="External"/><Relationship Id="rId2" Type="http://schemas.openxmlformats.org/officeDocument/2006/relationships/hyperlink" Target="https://www.kaggle.com/datasets/yashdevladdha/uber-ride-analytics-dashboard" TargetMode="Externa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5.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teamdatacraftapp.streamlit.app/" TargetMode="Externa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9.xml"/><Relationship Id="rId1" Type="http://schemas.openxmlformats.org/officeDocument/2006/relationships/themeOverride" Target="../theme/themeOverr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2BFB357-27F2-CAB3-DB8A-349B06BE1AF8}"/>
              </a:ext>
            </a:extLst>
          </p:cNvPr>
          <p:cNvSpPr>
            <a:spLocks noGrp="1"/>
          </p:cNvSpPr>
          <p:nvPr>
            <p:ph type="ctrTitle"/>
          </p:nvPr>
        </p:nvSpPr>
        <p:spPr>
          <a:xfrm>
            <a:off x="547287" y="518929"/>
            <a:ext cx="11435367" cy="3555805"/>
          </a:xfrm>
        </p:spPr>
        <p:txBody>
          <a:bodyPr>
            <a:normAutofit/>
          </a:bodyPr>
          <a:lstStyle/>
          <a:p>
            <a:pPr>
              <a:lnSpc>
                <a:spcPct val="125000"/>
              </a:lnSpc>
              <a:spcBef>
                <a:spcPts val="1200"/>
              </a:spcBef>
              <a:spcAft>
                <a:spcPts val="1800"/>
              </a:spcAft>
            </a:pPr>
            <a:r>
              <a:rPr lang="en-IN" sz="4000" b="1">
                <a:latin typeface="Times New Roman" panose="02020603050405020304" pitchFamily="18" charset="0"/>
                <a:cs typeface="Times New Roman" panose="02020603050405020304" pitchFamily="18" charset="0"/>
              </a:rPr>
              <a:t>DA 231o</a:t>
            </a:r>
            <a:r>
              <a:rPr lang="en-SG" sz="4000" i="1">
                <a:latin typeface="Times New Roman" panose="02020603050405020304" pitchFamily="18" charset="0"/>
                <a:cs typeface="Times New Roman" panose="02020603050405020304" pitchFamily="18" charset="0"/>
              </a:rPr>
              <a:t>: Data Engineering at Scale</a:t>
            </a:r>
            <a:br>
              <a:rPr lang="en-SG" sz="4000" b="1">
                <a:latin typeface="Times New Roman" panose="02020603050405020304" pitchFamily="18" charset="0"/>
                <a:cs typeface="Times New Roman" panose="02020603050405020304" pitchFamily="18" charset="0"/>
              </a:rPr>
            </a:br>
            <a:r>
              <a:rPr lang="en-US" sz="4000" i="1">
                <a:latin typeface="Times New Roman" panose="02020603050405020304" pitchFamily="18" charset="0"/>
                <a:cs typeface="Times New Roman" panose="02020603050405020304" pitchFamily="18" charset="0"/>
              </a:rPr>
              <a:t>Course Project Presentation</a:t>
            </a:r>
            <a:br>
              <a:rPr lang="en-US" sz="2800" i="1">
                <a:latin typeface="Graphik Regular" panose="020B0503030202060203" pitchFamily="34" charset="0"/>
              </a:rPr>
            </a:br>
            <a:br>
              <a:rPr lang="en-US" sz="2400" i="1">
                <a:latin typeface="Graphik Regular" panose="020B0503030202060203" pitchFamily="34" charset="0"/>
              </a:rPr>
            </a:br>
            <a:r>
              <a:rPr lang="en-IN" sz="2800">
                <a:latin typeface="Times New Roman" panose="02020603050405020304" pitchFamily="18" charset="0"/>
                <a:cs typeface="Times New Roman" panose="02020603050405020304" pitchFamily="18" charset="0"/>
              </a:rPr>
              <a:t>Customer Satisfaction for Transport Service Application – UBER</a:t>
            </a:r>
            <a:endParaRPr lang="en-SG" sz="2200">
              <a:latin typeface="Times New Roman" panose="02020603050405020304" pitchFamily="18" charset="0"/>
              <a:cs typeface="Times New Roman" panose="02020603050405020304" pitchFamily="18" charset="0"/>
            </a:endParaRPr>
          </a:p>
        </p:txBody>
      </p:sp>
      <p:sp>
        <p:nvSpPr>
          <p:cNvPr id="6" name="Subtitle 5">
            <a:extLst>
              <a:ext uri="{FF2B5EF4-FFF2-40B4-BE49-F238E27FC236}">
                <a16:creationId xmlns:a16="http://schemas.microsoft.com/office/drawing/2014/main" id="{E0DA5462-5AF1-0B45-7440-020F4F040A94}"/>
              </a:ext>
            </a:extLst>
          </p:cNvPr>
          <p:cNvSpPr>
            <a:spLocks noGrp="1"/>
          </p:cNvSpPr>
          <p:nvPr>
            <p:ph type="subTitle" idx="1"/>
          </p:nvPr>
        </p:nvSpPr>
        <p:spPr>
          <a:xfrm>
            <a:off x="575116" y="4909726"/>
            <a:ext cx="9708915" cy="1517698"/>
          </a:xfrm>
        </p:spPr>
        <p:txBody>
          <a:bodyPr>
            <a:normAutofit/>
          </a:bodyPr>
          <a:lstStyle/>
          <a:p>
            <a:pPr>
              <a:spcBef>
                <a:spcPts val="0"/>
              </a:spcBef>
            </a:pPr>
            <a:r>
              <a:rPr lang="en-US" err="1"/>
              <a:t>Roupyajay</a:t>
            </a:r>
            <a:r>
              <a:rPr lang="en-IN"/>
              <a:t> Bhattacharya </a:t>
            </a:r>
            <a:r>
              <a:rPr lang="en-SG" b="1" spc="10">
                <a:latin typeface="Graphik Semibold" panose="020B0703030202060203" pitchFamily="34" charset="0"/>
              </a:rPr>
              <a:t>, </a:t>
            </a:r>
            <a:r>
              <a:rPr lang="en-SG" spc="10">
                <a:latin typeface="Graphik Regular" panose="020B0503030202060203" pitchFamily="34" charset="0"/>
              </a:rPr>
              <a:t>IISc., </a:t>
            </a:r>
            <a:r>
              <a:rPr lang="en-US">
                <a:hlinkClick r:id="rId2"/>
              </a:rPr>
              <a:t>roupyajayb@iisc.ac.in</a:t>
            </a:r>
            <a:r>
              <a:rPr lang="en-IN"/>
              <a:t> </a:t>
            </a:r>
          </a:p>
          <a:p>
            <a:pPr>
              <a:spcBef>
                <a:spcPts val="0"/>
              </a:spcBef>
            </a:pPr>
            <a:r>
              <a:rPr lang="en-US"/>
              <a:t>Umesh BP</a:t>
            </a:r>
            <a:r>
              <a:rPr lang="en-SG" b="1" spc="10">
                <a:latin typeface="Graphik Semibold" panose="020B0703030202060203" pitchFamily="34" charset="0"/>
              </a:rPr>
              <a:t>, </a:t>
            </a:r>
            <a:r>
              <a:rPr lang="en-SG" spc="10">
                <a:latin typeface="Graphik Regular" panose="020B0503030202060203" pitchFamily="34" charset="0"/>
              </a:rPr>
              <a:t>IISc., </a:t>
            </a:r>
            <a:r>
              <a:rPr lang="en-US">
                <a:hlinkClick r:id="rId3"/>
              </a:rPr>
              <a:t>umeshbp@iisc.ac.in</a:t>
            </a:r>
            <a:r>
              <a:rPr lang="en-IN"/>
              <a:t> </a:t>
            </a:r>
          </a:p>
          <a:p>
            <a:pPr>
              <a:spcBef>
                <a:spcPts val="0"/>
              </a:spcBef>
            </a:pPr>
            <a:r>
              <a:rPr lang="en-US"/>
              <a:t>Madipally</a:t>
            </a:r>
            <a:r>
              <a:rPr lang="en-IN"/>
              <a:t> Bhagath Chandra</a:t>
            </a:r>
            <a:r>
              <a:rPr lang="en-SG" b="1" spc="10">
                <a:latin typeface="Graphik Semibold" panose="020B0703030202060203" pitchFamily="34" charset="0"/>
              </a:rPr>
              <a:t>, </a:t>
            </a:r>
            <a:r>
              <a:rPr lang="en-SG" spc="10">
                <a:latin typeface="Graphik Regular" panose="020B0503030202060203" pitchFamily="34" charset="0"/>
              </a:rPr>
              <a:t>IISc.,</a:t>
            </a:r>
            <a:r>
              <a:rPr lang="en-US">
                <a:hlinkClick r:id="rId4"/>
              </a:rPr>
              <a:t>bhagathchan1@iisc.ac.in</a:t>
            </a:r>
            <a:r>
              <a:rPr lang="en-IN"/>
              <a:t>   </a:t>
            </a:r>
            <a:endParaRPr lang="en-SG" spc="10">
              <a:latin typeface="Graphik Regular" panose="020B0503030202060203" pitchFamily="34" charset="0"/>
            </a:endParaRPr>
          </a:p>
          <a:p>
            <a:pPr>
              <a:spcBef>
                <a:spcPts val="0"/>
              </a:spcBef>
            </a:pPr>
            <a:r>
              <a:rPr lang="en-US"/>
              <a:t>Ninad</a:t>
            </a:r>
            <a:r>
              <a:rPr lang="en-IN"/>
              <a:t> Phadnis</a:t>
            </a:r>
            <a:r>
              <a:rPr lang="en-SG" b="1" spc="10">
                <a:latin typeface="Graphik Semibold" panose="020B0703030202060203" pitchFamily="34" charset="0"/>
              </a:rPr>
              <a:t>, </a:t>
            </a:r>
            <a:r>
              <a:rPr lang="en-SG" spc="10">
                <a:latin typeface="Graphik Regular" panose="020B0503030202060203" pitchFamily="34" charset="0"/>
              </a:rPr>
              <a:t>IISc., </a:t>
            </a:r>
            <a:r>
              <a:rPr lang="en-US">
                <a:hlinkClick r:id="rId5"/>
              </a:rPr>
              <a:t>ninadphadnis@iisc.ac.in</a:t>
            </a:r>
            <a:r>
              <a:rPr lang="en-IN"/>
              <a:t> </a:t>
            </a:r>
          </a:p>
          <a:p>
            <a:pPr>
              <a:spcBef>
                <a:spcPts val="0"/>
              </a:spcBef>
            </a:pPr>
            <a:endParaRPr lang="en-SG" spc="10">
              <a:latin typeface="Graphik Regular" panose="020B0503030202060203" pitchFamily="34" charset="0"/>
            </a:endParaRPr>
          </a:p>
        </p:txBody>
      </p:sp>
      <p:pic>
        <p:nvPicPr>
          <p:cNvPr id="1030" name="Picture 6">
            <a:extLst>
              <a:ext uri="{FF2B5EF4-FFF2-40B4-BE49-F238E27FC236}">
                <a16:creationId xmlns:a16="http://schemas.microsoft.com/office/drawing/2014/main" id="{D3E81A4C-F5FA-837F-A4BE-59A4EBDF1955}"/>
              </a:ext>
            </a:extLst>
          </p:cNvPr>
          <p:cNvPicPr>
            <a:picLocks noChangeAspect="1" noChangeArrowheads="1"/>
          </p:cNvPicPr>
          <p:nvPr/>
        </p:nvPicPr>
        <p:blipFill rotWithShape="1">
          <a:blip r:embed="rId6">
            <a:biLevel thresh="25000"/>
            <a:extLst>
              <a:ext uri="{28A0092B-C50C-407E-A947-70E740481C1C}">
                <a14:useLocalDpi xmlns:a14="http://schemas.microsoft.com/office/drawing/2010/main" val="0"/>
              </a:ext>
            </a:extLst>
          </a:blip>
          <a:srcRect l="22117" t="9724" r="19603" b="12061"/>
          <a:stretch/>
        </p:blipFill>
        <p:spPr bwMode="auto">
          <a:xfrm>
            <a:off x="575117" y="191897"/>
            <a:ext cx="1451723" cy="1377275"/>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Connector 12"/>
          <p:cNvCxnSpPr>
            <a:cxnSpLocks/>
          </p:cNvCxnSpPr>
          <p:nvPr/>
        </p:nvCxnSpPr>
        <p:spPr>
          <a:xfrm>
            <a:off x="702117" y="4358839"/>
            <a:ext cx="7476683" cy="0"/>
          </a:xfrm>
          <a:prstGeom prst="line">
            <a:avLst/>
          </a:prstGeom>
          <a:ln w="19050">
            <a:gradFill flip="none" rotWithShape="1">
              <a:gsLst>
                <a:gs pos="0">
                  <a:schemeClr val="accent1">
                    <a:lumMod val="0"/>
                    <a:lumOff val="100000"/>
                  </a:schemeClr>
                </a:gs>
                <a:gs pos="79000">
                  <a:schemeClr val="accent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5D6878F-6FFC-FAE5-07B1-73AB5479E4B6}"/>
              </a:ext>
            </a:extLst>
          </p:cNvPr>
          <p:cNvSpPr/>
          <p:nvPr/>
        </p:nvSpPr>
        <p:spPr>
          <a:xfrm rot="18513442">
            <a:off x="10813103" y="-475685"/>
            <a:ext cx="4465544" cy="4402494"/>
          </a:xfrm>
          <a:prstGeom prst="rect">
            <a:avLst/>
          </a:prstGeom>
          <a:solidFill>
            <a:schemeClr val="accent2"/>
          </a:solidFill>
          <a:ln w="28575">
            <a:gradFill flip="none" rotWithShape="1">
              <a:gsLst>
                <a:gs pos="0">
                  <a:schemeClr val="accent1">
                    <a:lumMod val="0"/>
                    <a:lumOff val="100000"/>
                  </a:schemeClr>
                </a:gs>
                <a:gs pos="35000">
                  <a:schemeClr val="accent1">
                    <a:lumMod val="0"/>
                    <a:lumOff val="100000"/>
                  </a:schemeClr>
                </a:gs>
                <a:gs pos="100000">
                  <a:schemeClr val="accent3"/>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DE00920B-79FB-6857-F3B1-ECD8CE96BE76}"/>
              </a:ext>
            </a:extLst>
          </p:cNvPr>
          <p:cNvSpPr/>
          <p:nvPr/>
        </p:nvSpPr>
        <p:spPr>
          <a:xfrm rot="18513442">
            <a:off x="10319898" y="3309068"/>
            <a:ext cx="4465544" cy="4402494"/>
          </a:xfrm>
          <a:prstGeom prst="rect">
            <a:avLst/>
          </a:prstGeom>
          <a:solidFill>
            <a:schemeClr val="accent2"/>
          </a:solidFill>
          <a:ln w="28575">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284436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47C04683-9D26-7720-A3F1-12D7D1DDB243}"/>
              </a:ext>
            </a:extLst>
          </p:cNvPr>
          <p:cNvSpPr>
            <a:spLocks noGrp="1"/>
          </p:cNvSpPr>
          <p:nvPr>
            <p:ph idx="1"/>
          </p:nvPr>
        </p:nvSpPr>
        <p:spPr>
          <a:xfrm>
            <a:off x="784637" y="814811"/>
            <a:ext cx="10508204" cy="5157255"/>
          </a:xfrm>
        </p:spPr>
        <p:txBody>
          <a:bodyPr vert="horz" lIns="0" tIns="45720" rIns="0" bIns="45720" rtlCol="0" anchor="t">
            <a:normAutofit/>
          </a:bodyPr>
          <a:lstStyle/>
          <a:p>
            <a:pPr marL="215900" indent="-215900"/>
            <a:r>
              <a:rPr lang="en-US" sz="1800" dirty="0">
                <a:solidFill>
                  <a:schemeClr val="tx1"/>
                </a:solidFill>
                <a:latin typeface="Graphik Regular"/>
              </a:rPr>
              <a:t>Objectives of the project</a:t>
            </a:r>
          </a:p>
          <a:p>
            <a:pPr marL="486410" lvl="1"/>
            <a:r>
              <a:rPr lang="en-GB" dirty="0">
                <a:latin typeface="Graphik Regular"/>
              </a:rPr>
              <a:t>Identify the key factors influencing overall customer satisfaction and ride experience. </a:t>
            </a:r>
            <a:endParaRPr lang="en-US" sz="2000" dirty="0">
              <a:solidFill>
                <a:schemeClr val="tx1"/>
              </a:solidFill>
              <a:latin typeface="Graphik Regular"/>
            </a:endParaRPr>
          </a:p>
          <a:p>
            <a:pPr marL="215900" indent="-215900"/>
            <a:r>
              <a:rPr lang="en-US" sz="1800" dirty="0">
                <a:solidFill>
                  <a:schemeClr val="tx1"/>
                </a:solidFill>
                <a:latin typeface="Graphik Regular"/>
              </a:rPr>
              <a:t>Data source:</a:t>
            </a:r>
            <a:r>
              <a:rPr lang="en-US" dirty="0">
                <a:solidFill>
                  <a:schemeClr val="tx1"/>
                </a:solidFill>
                <a:latin typeface="Graphik Regular"/>
              </a:rPr>
              <a:t> </a:t>
            </a:r>
            <a:r>
              <a:rPr lang="en-US" dirty="0">
                <a:solidFill>
                  <a:schemeClr val="tx1"/>
                </a:solidFill>
                <a:latin typeface="Graphik Regular"/>
                <a:hlinkClick r:id="rId2">
                  <a:extLst>
                    <a:ext uri="{A12FA001-AC4F-418D-AE19-62706E023703}">
                      <ahyp:hlinkClr xmlns:ahyp="http://schemas.microsoft.com/office/drawing/2018/hyperlinkcolor" val="tx"/>
                    </a:ext>
                  </a:extLst>
                </a:hlinkClick>
              </a:rPr>
              <a:t>https://www.kaggle.com/datasets/yashdevladdha/uber-ride-analytics-dashboard</a:t>
            </a:r>
          </a:p>
          <a:p>
            <a:pPr marL="215900" indent="-215900"/>
            <a:r>
              <a:rPr lang="en-US" sz="1800" dirty="0">
                <a:solidFill>
                  <a:schemeClr val="tx1"/>
                </a:solidFill>
                <a:latin typeface="Graphik Regular"/>
              </a:rPr>
              <a:t>Description of the data (features, 40 MB, Tabular) </a:t>
            </a:r>
          </a:p>
          <a:p>
            <a:pPr marL="486410" lvl="1"/>
            <a:r>
              <a:rPr lang="en-US" dirty="0">
                <a:solidFill>
                  <a:schemeClr val="tx1"/>
                </a:solidFill>
                <a:latin typeface="Graphik Regular"/>
              </a:rPr>
              <a:t>Features: </a:t>
            </a:r>
          </a:p>
          <a:p>
            <a:pPr marL="669290" lvl="2"/>
            <a:r>
              <a:rPr lang="en-US" dirty="0">
                <a:solidFill>
                  <a:schemeClr val="tx1"/>
                </a:solidFill>
                <a:latin typeface="Graphik Regular"/>
              </a:rPr>
              <a:t>[‘</a:t>
            </a:r>
            <a:r>
              <a:rPr lang="en-IN" dirty="0">
                <a:latin typeface="Graphik Regular"/>
              </a:rPr>
              <a:t>Date</a:t>
            </a:r>
            <a:r>
              <a:rPr lang="en-US" dirty="0">
                <a:solidFill>
                  <a:schemeClr val="tx1"/>
                </a:solidFill>
                <a:latin typeface="Graphik Regular"/>
              </a:rPr>
              <a:t>’,’</a:t>
            </a:r>
            <a:r>
              <a:rPr lang="en-IN" dirty="0">
                <a:latin typeface="Graphik Regular"/>
              </a:rPr>
              <a:t> Time’</a:t>
            </a:r>
            <a:r>
              <a:rPr lang="en-US" dirty="0">
                <a:solidFill>
                  <a:schemeClr val="tx1"/>
                </a:solidFill>
                <a:latin typeface="Graphik Regular"/>
              </a:rPr>
              <a:t>,’</a:t>
            </a:r>
            <a:r>
              <a:rPr lang="en-IN" dirty="0">
                <a:latin typeface="Graphik Regular"/>
              </a:rPr>
              <a:t> Booking ID’,’ Booking Status’,’ Customer ID’,’ Vehicle Type’,’ Pickup Location’,’ Drop Location’,’ </a:t>
            </a:r>
            <a:r>
              <a:rPr lang="en-IN" dirty="0" err="1">
                <a:latin typeface="Graphik Regular"/>
              </a:rPr>
              <a:t>Avg</a:t>
            </a:r>
            <a:r>
              <a:rPr lang="en-IN" dirty="0">
                <a:latin typeface="Graphik Regular"/>
              </a:rPr>
              <a:t> VTAT’,’ </a:t>
            </a:r>
            <a:r>
              <a:rPr lang="en-IN" dirty="0" err="1">
                <a:latin typeface="Graphik Regular"/>
              </a:rPr>
              <a:t>Avg</a:t>
            </a:r>
            <a:r>
              <a:rPr lang="en-IN" dirty="0">
                <a:latin typeface="Graphik Regular"/>
              </a:rPr>
              <a:t> CTAT’,’ Cancelled Rides by Customer’,’ Reason for cancelling by Customer’,’ Cancelled Rides by Driver’,’ Driver Cancellation Reason’,’ Incomplete Rides’,’ Incomplete Rides Reason’,’ Booking Value’,’ Ride Distance’,’ Driver Ratings’,’ Customer Rating’,’ Payment Method’</a:t>
            </a:r>
            <a:r>
              <a:rPr lang="en-US" dirty="0">
                <a:solidFill>
                  <a:schemeClr val="tx1"/>
                </a:solidFill>
                <a:latin typeface="Graphik Regular"/>
              </a:rPr>
              <a:t>]</a:t>
            </a:r>
          </a:p>
          <a:p>
            <a:pPr marL="215900" indent="-215900"/>
            <a:r>
              <a:rPr lang="en-US" sz="1800" dirty="0">
                <a:solidFill>
                  <a:schemeClr val="tx1"/>
                </a:solidFill>
                <a:latin typeface="Graphik Regular"/>
              </a:rPr>
              <a:t>The following tools are used for the project</a:t>
            </a:r>
          </a:p>
          <a:p>
            <a:pPr marL="486410" lvl="1"/>
            <a:r>
              <a:rPr lang="en-US" b="1" dirty="0" err="1">
                <a:solidFill>
                  <a:schemeClr val="tx1"/>
                </a:solidFill>
                <a:latin typeface="Graphik Regular"/>
              </a:rPr>
              <a:t>PySpark</a:t>
            </a:r>
            <a:endParaRPr lang="en-US" b="1" dirty="0">
              <a:solidFill>
                <a:schemeClr val="tx1"/>
              </a:solidFill>
              <a:latin typeface="Graphik Regular"/>
            </a:endParaRPr>
          </a:p>
          <a:p>
            <a:pPr marL="486410" lvl="1"/>
            <a:r>
              <a:rPr lang="en-US" dirty="0">
                <a:solidFill>
                  <a:schemeClr val="tx1"/>
                </a:solidFill>
                <a:latin typeface="Graphik Regular"/>
              </a:rPr>
              <a:t>Pandas, </a:t>
            </a:r>
            <a:r>
              <a:rPr lang="en-GB" dirty="0">
                <a:solidFill>
                  <a:schemeClr val="tx1"/>
                </a:solidFill>
                <a:latin typeface="Graphik Regular"/>
              </a:rPr>
              <a:t>Matplotlib/Seaborn, Scikit-learn</a:t>
            </a:r>
            <a:endParaRPr lang="en-GB" dirty="0">
              <a:solidFill>
                <a:schemeClr val="tx1"/>
              </a:solidFill>
            </a:endParaRPr>
          </a:p>
          <a:p>
            <a:pPr marL="486410" lvl="1"/>
            <a:r>
              <a:rPr lang="en-IN" dirty="0" err="1">
                <a:latin typeface="Graphik Regular"/>
              </a:rPr>
              <a:t>RandomForestClassifier</a:t>
            </a:r>
            <a:r>
              <a:rPr lang="en-IN" dirty="0">
                <a:latin typeface="Graphik Regular"/>
              </a:rPr>
              <a:t>, </a:t>
            </a:r>
            <a:r>
              <a:rPr lang="en-IN" dirty="0" err="1">
                <a:latin typeface="Graphik Regular"/>
              </a:rPr>
              <a:t>GBTClassifier</a:t>
            </a:r>
            <a:r>
              <a:rPr lang="en-IN" dirty="0">
                <a:latin typeface="Graphik Regular"/>
              </a:rPr>
              <a:t>, </a:t>
            </a:r>
            <a:r>
              <a:rPr lang="en-IN" dirty="0" err="1">
                <a:latin typeface="Graphik Regular"/>
              </a:rPr>
              <a:t>LogisticRegression</a:t>
            </a:r>
            <a:endParaRPr lang="en-GB" dirty="0">
              <a:solidFill>
                <a:srgbClr val="000000"/>
              </a:solidFill>
              <a:latin typeface="Graphik Regular"/>
            </a:endParaRPr>
          </a:p>
          <a:p>
            <a:pPr marL="486410" lvl="1"/>
            <a:r>
              <a:rPr lang="en-US" dirty="0">
                <a:solidFill>
                  <a:schemeClr val="tx1"/>
                </a:solidFill>
                <a:latin typeface="Graphik Regular"/>
              </a:rPr>
              <a:t>The project was originally developed and executed on </a:t>
            </a:r>
            <a:r>
              <a:rPr lang="en-US" b="1" dirty="0">
                <a:solidFill>
                  <a:schemeClr val="tx1"/>
                </a:solidFill>
                <a:latin typeface="Graphik Regular"/>
              </a:rPr>
              <a:t>Google </a:t>
            </a:r>
            <a:r>
              <a:rPr lang="en-US" b="1">
                <a:solidFill>
                  <a:schemeClr val="tx1"/>
                </a:solidFill>
                <a:latin typeface="Graphik Regular"/>
              </a:rPr>
              <a:t>Colab</a:t>
            </a:r>
            <a:r>
              <a:rPr lang="en-US" dirty="0">
                <a:solidFill>
                  <a:schemeClr val="tx1"/>
                </a:solidFill>
                <a:latin typeface="Graphik Regular"/>
              </a:rPr>
              <a:t> owing to higher memory requirement and later the necessary </a:t>
            </a:r>
            <a:r>
              <a:rPr lang="en-US" b="1" dirty="0">
                <a:solidFill>
                  <a:schemeClr val="tx1"/>
                </a:solidFill>
                <a:latin typeface="Graphik Regular"/>
              </a:rPr>
              <a:t>.</a:t>
            </a:r>
            <a:r>
              <a:rPr lang="en-US" b="1" dirty="0" err="1">
                <a:solidFill>
                  <a:schemeClr val="tx1"/>
                </a:solidFill>
                <a:latin typeface="Graphik Regular"/>
              </a:rPr>
              <a:t>ipynb</a:t>
            </a:r>
            <a:r>
              <a:rPr lang="en-US" dirty="0">
                <a:solidFill>
                  <a:schemeClr val="tx1"/>
                </a:solidFill>
                <a:latin typeface="Graphik Regular"/>
              </a:rPr>
              <a:t> files were uploaded the </a:t>
            </a:r>
            <a:r>
              <a:rPr lang="en-US" dirty="0" err="1">
                <a:solidFill>
                  <a:schemeClr val="tx1"/>
                </a:solidFill>
                <a:latin typeface="Graphik Regular"/>
              </a:rPr>
              <a:t>github</a:t>
            </a:r>
            <a:r>
              <a:rPr lang="en-US" dirty="0">
                <a:solidFill>
                  <a:schemeClr val="tx1"/>
                </a:solidFill>
                <a:latin typeface="Graphik Regular"/>
              </a:rPr>
              <a:t> link </a:t>
            </a:r>
            <a:r>
              <a:rPr lang="en-US" dirty="0">
                <a:solidFill>
                  <a:schemeClr val="tx1"/>
                </a:solidFill>
                <a:latin typeface="Graphik Regular"/>
                <a:hlinkClick r:id="rId3">
                  <a:extLst>
                    <a:ext uri="{A12FA001-AC4F-418D-AE19-62706E023703}">
                      <ahyp:hlinkClr xmlns:ahyp="http://schemas.microsoft.com/office/drawing/2018/hyperlinkcolor" val="tx"/>
                    </a:ext>
                  </a:extLst>
                </a:hlinkClick>
              </a:rPr>
              <a:t>https://github.com/umeshbp-iisc/de_Uber_analysis/tree/main</a:t>
            </a:r>
            <a:r>
              <a:rPr lang="en-US" dirty="0">
                <a:solidFill>
                  <a:schemeClr val="tx1"/>
                </a:solidFill>
                <a:latin typeface="Graphik Regular"/>
              </a:rPr>
              <a:t> </a:t>
            </a:r>
            <a:r>
              <a:rPr lang="en-US" dirty="0">
                <a:latin typeface="Graphik Regular"/>
              </a:rPr>
              <a:t>for the repository management.</a:t>
            </a:r>
            <a:endParaRPr lang="en-US" dirty="0">
              <a:solidFill>
                <a:schemeClr val="tx1"/>
              </a:solidFill>
            </a:endParaRPr>
          </a:p>
        </p:txBody>
      </p:sp>
      <p:sp>
        <p:nvSpPr>
          <p:cNvPr id="6" name="Footer Placeholder 5">
            <a:extLst>
              <a:ext uri="{FF2B5EF4-FFF2-40B4-BE49-F238E27FC236}">
                <a16:creationId xmlns:a16="http://schemas.microsoft.com/office/drawing/2014/main" id="{209F87E3-EF85-5975-5843-8C317E72C3E7}"/>
              </a:ext>
            </a:extLst>
          </p:cNvPr>
          <p:cNvSpPr>
            <a:spLocks noGrp="1"/>
          </p:cNvSpPr>
          <p:nvPr>
            <p:ph type="ftr" sz="quarter" idx="11"/>
          </p:nvPr>
        </p:nvSpPr>
        <p:spPr/>
        <p:txBody>
          <a:bodyPr/>
          <a:lstStyle/>
          <a:p>
            <a:r>
              <a:rPr lang="en-IN" b="1">
                <a:latin typeface="Times New Roman" panose="02020603050405020304" pitchFamily="18" charset="0"/>
                <a:cs typeface="Times New Roman" panose="02020603050405020304" pitchFamily="18" charset="0"/>
              </a:rPr>
              <a:t>DA 231o</a:t>
            </a:r>
            <a:r>
              <a:rPr lang="en-SG" i="1">
                <a:latin typeface="Times New Roman" panose="02020603050405020304" pitchFamily="18" charset="0"/>
                <a:cs typeface="Times New Roman" panose="02020603050405020304" pitchFamily="18" charset="0"/>
              </a:rPr>
              <a:t>: Data Engineering at Scale</a:t>
            </a:r>
            <a:endParaRPr lang="en-SG"/>
          </a:p>
        </p:txBody>
      </p:sp>
      <p:sp>
        <p:nvSpPr>
          <p:cNvPr id="7" name="Slide Number Placeholder 6">
            <a:extLst>
              <a:ext uri="{FF2B5EF4-FFF2-40B4-BE49-F238E27FC236}">
                <a16:creationId xmlns:a16="http://schemas.microsoft.com/office/drawing/2014/main" id="{F3833D9B-569A-42CE-E61E-A2EF51AAA919}"/>
              </a:ext>
            </a:extLst>
          </p:cNvPr>
          <p:cNvSpPr>
            <a:spLocks noGrp="1"/>
          </p:cNvSpPr>
          <p:nvPr>
            <p:ph type="sldNum" sz="quarter" idx="12"/>
          </p:nvPr>
        </p:nvSpPr>
        <p:spPr/>
        <p:txBody>
          <a:bodyPr/>
          <a:lstStyle/>
          <a:p>
            <a:fld id="{BF1758FF-0BF1-4103-A89A-38EC40E85429}" type="slidenum">
              <a:rPr lang="en-SG" smtClean="0"/>
              <a:t>2</a:t>
            </a:fld>
            <a:endParaRPr lang="en-SG"/>
          </a:p>
        </p:txBody>
      </p:sp>
      <p:sp>
        <p:nvSpPr>
          <p:cNvPr id="2" name="Title 2">
            <a:extLst>
              <a:ext uri="{FF2B5EF4-FFF2-40B4-BE49-F238E27FC236}">
                <a16:creationId xmlns:a16="http://schemas.microsoft.com/office/drawing/2014/main" id="{2C648FD1-DC7B-8C27-882B-DEEA637675D9}"/>
              </a:ext>
            </a:extLst>
          </p:cNvPr>
          <p:cNvSpPr txBox="1">
            <a:spLocks/>
          </p:cNvSpPr>
          <p:nvPr/>
        </p:nvSpPr>
        <p:spPr>
          <a:xfrm>
            <a:off x="784636" y="160445"/>
            <a:ext cx="10800782" cy="50770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000" b="0" kern="1200" spc="-50" baseline="0">
                <a:solidFill>
                  <a:schemeClr val="accent2"/>
                </a:solidFill>
                <a:latin typeface="Graphik Semibold" panose="020B0703030202060203" pitchFamily="34" charset="0"/>
                <a:ea typeface="+mj-ea"/>
                <a:cs typeface="+mj-cs"/>
              </a:defRPr>
            </a:lvl1pPr>
          </a:lstStyle>
          <a:p>
            <a:r>
              <a:rPr lang="en-IN" sz="2800" b="1">
                <a:solidFill>
                  <a:schemeClr val="bg1"/>
                </a:solidFill>
              </a:rPr>
              <a:t>Problem Statement</a:t>
            </a:r>
            <a:endParaRPr lang="en-IN" b="1">
              <a:solidFill>
                <a:schemeClr val="bg1"/>
              </a:solidFill>
            </a:endParaRPr>
          </a:p>
        </p:txBody>
      </p:sp>
    </p:spTree>
    <p:extLst>
      <p:ext uri="{BB962C8B-B14F-4D97-AF65-F5344CB8AC3E}">
        <p14:creationId xmlns:p14="http://schemas.microsoft.com/office/powerpoint/2010/main" val="29093351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C5CF6-1342-A670-431B-5937F056AA00}"/>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8C1D7B5-3FB4-CF4D-F7E7-2D8FAD515A11}"/>
              </a:ext>
            </a:extLst>
          </p:cNvPr>
          <p:cNvSpPr>
            <a:spLocks noGrp="1"/>
          </p:cNvSpPr>
          <p:nvPr>
            <p:ph type="title" idx="4294967295"/>
          </p:nvPr>
        </p:nvSpPr>
        <p:spPr>
          <a:xfrm>
            <a:off x="457201" y="594359"/>
            <a:ext cx="1978181" cy="2286000"/>
          </a:xfrm>
        </p:spPr>
        <p:txBody>
          <a:bodyPr>
            <a:normAutofit/>
          </a:bodyPr>
          <a:lstStyle/>
          <a:p>
            <a:r>
              <a:rPr lang="en-US" sz="2800" b="1">
                <a:solidFill>
                  <a:schemeClr val="bg1"/>
                </a:solidFill>
              </a:rPr>
              <a:t>Data Exploration</a:t>
            </a:r>
            <a:endParaRPr lang="en-SG" sz="2800">
              <a:solidFill>
                <a:schemeClr val="bg1"/>
              </a:solidFill>
            </a:endParaRPr>
          </a:p>
        </p:txBody>
      </p:sp>
      <p:sp>
        <p:nvSpPr>
          <p:cNvPr id="6" name="Footer Placeholder 5">
            <a:extLst>
              <a:ext uri="{FF2B5EF4-FFF2-40B4-BE49-F238E27FC236}">
                <a16:creationId xmlns:a16="http://schemas.microsoft.com/office/drawing/2014/main" id="{AB0C941D-2B10-470D-2420-2FB68C49D4E8}"/>
              </a:ext>
            </a:extLst>
          </p:cNvPr>
          <p:cNvSpPr>
            <a:spLocks noGrp="1"/>
          </p:cNvSpPr>
          <p:nvPr>
            <p:ph type="ftr" sz="quarter" idx="11"/>
          </p:nvPr>
        </p:nvSpPr>
        <p:spPr/>
        <p:txBody>
          <a:bodyPr/>
          <a:lstStyle/>
          <a:p>
            <a:r>
              <a:rPr lang="it-IT"/>
              <a:t>DA 231o: Data Engineering at Scale</a:t>
            </a:r>
            <a:endParaRPr lang="en-SG"/>
          </a:p>
        </p:txBody>
      </p:sp>
      <p:sp>
        <p:nvSpPr>
          <p:cNvPr id="7" name="Slide Number Placeholder 6">
            <a:extLst>
              <a:ext uri="{FF2B5EF4-FFF2-40B4-BE49-F238E27FC236}">
                <a16:creationId xmlns:a16="http://schemas.microsoft.com/office/drawing/2014/main" id="{6B55A6CC-E25C-2480-8EBA-DEFA132EF54C}"/>
              </a:ext>
            </a:extLst>
          </p:cNvPr>
          <p:cNvSpPr>
            <a:spLocks noGrp="1"/>
          </p:cNvSpPr>
          <p:nvPr>
            <p:ph type="sldNum" sz="quarter" idx="12"/>
          </p:nvPr>
        </p:nvSpPr>
        <p:spPr/>
        <p:txBody>
          <a:bodyPr/>
          <a:lstStyle/>
          <a:p>
            <a:fld id="{BF1758FF-0BF1-4103-A89A-38EC40E85429}" type="slidenum">
              <a:rPr lang="en-SG" smtClean="0"/>
              <a:t>3</a:t>
            </a:fld>
            <a:endParaRPr lang="en-SG"/>
          </a:p>
        </p:txBody>
      </p:sp>
      <p:sp>
        <p:nvSpPr>
          <p:cNvPr id="2" name="Title 2">
            <a:extLst>
              <a:ext uri="{FF2B5EF4-FFF2-40B4-BE49-F238E27FC236}">
                <a16:creationId xmlns:a16="http://schemas.microsoft.com/office/drawing/2014/main" id="{C6F4C643-FDF7-CF2D-3873-AB7F3ED0C85A}"/>
              </a:ext>
            </a:extLst>
          </p:cNvPr>
          <p:cNvSpPr txBox="1">
            <a:spLocks/>
          </p:cNvSpPr>
          <p:nvPr/>
        </p:nvSpPr>
        <p:spPr>
          <a:xfrm>
            <a:off x="784636" y="160445"/>
            <a:ext cx="10800782" cy="507704"/>
          </a:xfrm>
          <a:prstGeom prst="rect">
            <a:avLst/>
          </a:prstGeom>
        </p:spPr>
        <p:txBody>
          <a:bodyPr vert="horz" lIns="91440" tIns="45720" rIns="91440" bIns="45720" rtlCol="0" anchor="b">
            <a:normAutofit fontScale="92500" lnSpcReduction="20000"/>
          </a:bodyPr>
          <a:lstStyle>
            <a:lvl1pPr algn="l" defTabSz="914400" rtl="0" eaLnBrk="1" latinLnBrk="0" hangingPunct="1">
              <a:lnSpc>
                <a:spcPct val="85000"/>
              </a:lnSpc>
              <a:spcBef>
                <a:spcPct val="0"/>
              </a:spcBef>
              <a:buNone/>
              <a:defRPr sz="4000" b="0" kern="1200" spc="-50" baseline="0">
                <a:solidFill>
                  <a:schemeClr val="accent2"/>
                </a:solidFill>
                <a:latin typeface="Graphik Semibold" panose="020B0703030202060203" pitchFamily="34" charset="0"/>
                <a:ea typeface="+mj-ea"/>
                <a:cs typeface="+mj-cs"/>
              </a:defRPr>
            </a:lvl1pPr>
          </a:lstStyle>
          <a:p>
            <a:r>
              <a:rPr lang="en-IN" b="1">
                <a:solidFill>
                  <a:schemeClr val="bg1"/>
                </a:solidFill>
              </a:rPr>
              <a:t>SYSTEM ARCHITECTURE</a:t>
            </a:r>
          </a:p>
        </p:txBody>
      </p:sp>
      <p:graphicFrame>
        <p:nvGraphicFramePr>
          <p:cNvPr id="12" name="Content Placeholder 11">
            <a:extLst>
              <a:ext uri="{FF2B5EF4-FFF2-40B4-BE49-F238E27FC236}">
                <a16:creationId xmlns:a16="http://schemas.microsoft.com/office/drawing/2014/main" id="{FEFD1DAA-ED03-E24C-E6F8-87B93B53E060}"/>
              </a:ext>
            </a:extLst>
          </p:cNvPr>
          <p:cNvGraphicFramePr>
            <a:graphicFrameLocks noGrp="1"/>
          </p:cNvGraphicFramePr>
          <p:nvPr>
            <p:ph idx="1"/>
            <p:extLst>
              <p:ext uri="{D42A27DB-BD31-4B8C-83A1-F6EECF244321}">
                <p14:modId xmlns:p14="http://schemas.microsoft.com/office/powerpoint/2010/main" val="3288239515"/>
              </p:ext>
            </p:extLst>
          </p:nvPr>
        </p:nvGraphicFramePr>
        <p:xfrm>
          <a:off x="606424" y="823913"/>
          <a:ext cx="11315282" cy="587364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53714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E19A9E92-D240-A9EB-298E-9A3214B3AF4C}"/>
              </a:ext>
            </a:extLst>
          </p:cNvPr>
          <p:cNvSpPr>
            <a:spLocks noGrp="1"/>
          </p:cNvSpPr>
          <p:nvPr>
            <p:ph type="title"/>
          </p:nvPr>
        </p:nvSpPr>
        <p:spPr>
          <a:xfrm>
            <a:off x="514350" y="406099"/>
            <a:ext cx="11134725" cy="968440"/>
          </a:xfrm>
        </p:spPr>
        <p:txBody>
          <a:bodyPr>
            <a:normAutofit/>
          </a:bodyPr>
          <a:lstStyle/>
          <a:p>
            <a:r>
              <a:rPr lang="en-IN" b="1"/>
              <a:t>Data Collection</a:t>
            </a:r>
            <a:r>
              <a:rPr lang="en-IN"/>
              <a:t> &amp; </a:t>
            </a:r>
            <a:r>
              <a:rPr lang="en-IN" b="1"/>
              <a:t>Feature Engineering</a:t>
            </a:r>
            <a:endParaRPr lang="en-US"/>
          </a:p>
        </p:txBody>
      </p:sp>
      <p:pic>
        <p:nvPicPr>
          <p:cNvPr id="13" name="Content Placeholder 12" descr="A screenshot of a computer&#10;&#10;AI-generated content may be incorrect.">
            <a:extLst>
              <a:ext uri="{FF2B5EF4-FFF2-40B4-BE49-F238E27FC236}">
                <a16:creationId xmlns:a16="http://schemas.microsoft.com/office/drawing/2014/main" id="{286BD8FC-4203-A016-7BC9-A1C12B6AE3AA}"/>
              </a:ext>
            </a:extLst>
          </p:cNvPr>
          <p:cNvPicPr>
            <a:picLocks noGrp="1" noChangeAspect="1"/>
          </p:cNvPicPr>
          <p:nvPr>
            <p:ph sz="half" idx="1"/>
          </p:nvPr>
        </p:nvPicPr>
        <p:blipFill>
          <a:blip r:embed="rId2" cstate="print">
            <a:extLst>
              <a:ext uri="{28A0092B-C50C-407E-A947-70E740481C1C}">
                <a14:useLocalDpi xmlns:a14="http://schemas.microsoft.com/office/drawing/2010/main" val="0"/>
              </a:ext>
            </a:extLst>
          </a:blip>
          <a:stretch>
            <a:fillRect/>
          </a:stretch>
        </p:blipFill>
        <p:spPr>
          <a:xfrm>
            <a:off x="514350" y="1806942"/>
            <a:ext cx="5400675" cy="3472717"/>
          </a:xfrm>
          <a:prstGeom prst="rect">
            <a:avLst/>
          </a:prstGeom>
        </p:spPr>
      </p:pic>
      <p:pic>
        <p:nvPicPr>
          <p:cNvPr id="16" name="Content Placeholder 15" descr="A computer code with text&#10;&#10;AI-generated content may be incorrect.">
            <a:extLst>
              <a:ext uri="{FF2B5EF4-FFF2-40B4-BE49-F238E27FC236}">
                <a16:creationId xmlns:a16="http://schemas.microsoft.com/office/drawing/2014/main" id="{95ABEC7D-FF27-B3AE-C03B-DED37D8D58F4}"/>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tretch>
            <a:fillRect/>
          </a:stretch>
        </p:blipFill>
        <p:spPr>
          <a:xfrm>
            <a:off x="6096000" y="1806942"/>
            <a:ext cx="5399088" cy="827860"/>
          </a:xfrm>
          <a:prstGeom prst="rect">
            <a:avLst/>
          </a:prstGeom>
        </p:spPr>
      </p:pic>
      <p:pic>
        <p:nvPicPr>
          <p:cNvPr id="17" name="Picture 16">
            <a:extLst>
              <a:ext uri="{FF2B5EF4-FFF2-40B4-BE49-F238E27FC236}">
                <a16:creationId xmlns:a16="http://schemas.microsoft.com/office/drawing/2014/main" id="{C4BCEA5E-939E-91BE-151C-BE6691D792E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00" y="2927147"/>
            <a:ext cx="5399088" cy="943315"/>
          </a:xfrm>
          <a:prstGeom prst="rect">
            <a:avLst/>
          </a:prstGeom>
        </p:spPr>
      </p:pic>
      <p:pic>
        <p:nvPicPr>
          <p:cNvPr id="18" name="Picture 17">
            <a:extLst>
              <a:ext uri="{FF2B5EF4-FFF2-40B4-BE49-F238E27FC236}">
                <a16:creationId xmlns:a16="http://schemas.microsoft.com/office/drawing/2014/main" id="{BB32B440-AEEB-DC64-6AFB-A25B1AD5952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94413" y="4090323"/>
            <a:ext cx="5399089" cy="2361578"/>
          </a:xfrm>
          <a:prstGeom prst="rect">
            <a:avLst/>
          </a:prstGeom>
        </p:spPr>
      </p:pic>
      <p:sp>
        <p:nvSpPr>
          <p:cNvPr id="19" name="Footer Placeholder 18">
            <a:extLst>
              <a:ext uri="{FF2B5EF4-FFF2-40B4-BE49-F238E27FC236}">
                <a16:creationId xmlns:a16="http://schemas.microsoft.com/office/drawing/2014/main" id="{61A4A0F9-798F-E037-27DD-863213AFFC60}"/>
              </a:ext>
            </a:extLst>
          </p:cNvPr>
          <p:cNvSpPr>
            <a:spLocks noGrp="1"/>
          </p:cNvSpPr>
          <p:nvPr>
            <p:ph type="ftr" sz="quarter" idx="11"/>
          </p:nvPr>
        </p:nvSpPr>
        <p:spPr/>
        <p:txBody>
          <a:bodyPr/>
          <a:lstStyle/>
          <a:p>
            <a:r>
              <a:rPr lang="it-IT"/>
              <a:t>DA 231o: Data Engineering at Scale</a:t>
            </a:r>
            <a:endParaRPr lang="en-SG"/>
          </a:p>
        </p:txBody>
      </p:sp>
      <p:sp>
        <p:nvSpPr>
          <p:cNvPr id="20" name="Slide Number Placeholder 19">
            <a:extLst>
              <a:ext uri="{FF2B5EF4-FFF2-40B4-BE49-F238E27FC236}">
                <a16:creationId xmlns:a16="http://schemas.microsoft.com/office/drawing/2014/main" id="{0F4A695D-C8D0-0173-7C32-B913B0B371BC}"/>
              </a:ext>
            </a:extLst>
          </p:cNvPr>
          <p:cNvSpPr>
            <a:spLocks noGrp="1"/>
          </p:cNvSpPr>
          <p:nvPr>
            <p:ph type="sldNum" sz="quarter" idx="12"/>
          </p:nvPr>
        </p:nvSpPr>
        <p:spPr/>
        <p:txBody>
          <a:bodyPr/>
          <a:lstStyle/>
          <a:p>
            <a:fld id="{BF1758FF-0BF1-4103-A89A-38EC40E85429}" type="slidenum">
              <a:rPr lang="en-SG" smtClean="0"/>
              <a:t>4</a:t>
            </a:fld>
            <a:endParaRPr lang="en-SG"/>
          </a:p>
        </p:txBody>
      </p:sp>
    </p:spTree>
    <p:extLst>
      <p:ext uri="{BB962C8B-B14F-4D97-AF65-F5344CB8AC3E}">
        <p14:creationId xmlns:p14="http://schemas.microsoft.com/office/powerpoint/2010/main" val="5382186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DAD0-8B90-B2F9-2C88-9854A31CCBB1}"/>
              </a:ext>
            </a:extLst>
          </p:cNvPr>
          <p:cNvSpPr>
            <a:spLocks noGrp="1"/>
          </p:cNvSpPr>
          <p:nvPr>
            <p:ph type="title"/>
          </p:nvPr>
        </p:nvSpPr>
        <p:spPr/>
        <p:txBody>
          <a:bodyPr>
            <a:normAutofit/>
          </a:bodyPr>
          <a:lstStyle/>
          <a:p>
            <a:r>
              <a:rPr lang="en-IN" b="1"/>
              <a:t>Exploratory Data Analysis (EDA)</a:t>
            </a:r>
            <a:endParaRPr lang="en-US"/>
          </a:p>
        </p:txBody>
      </p:sp>
      <p:sp>
        <p:nvSpPr>
          <p:cNvPr id="5" name="Footer Placeholder 4">
            <a:extLst>
              <a:ext uri="{FF2B5EF4-FFF2-40B4-BE49-F238E27FC236}">
                <a16:creationId xmlns:a16="http://schemas.microsoft.com/office/drawing/2014/main" id="{75B7E7E0-3195-1F7F-341A-C9B2949F829E}"/>
              </a:ext>
            </a:extLst>
          </p:cNvPr>
          <p:cNvSpPr>
            <a:spLocks noGrp="1"/>
          </p:cNvSpPr>
          <p:nvPr>
            <p:ph type="ftr" sz="quarter" idx="11"/>
          </p:nvPr>
        </p:nvSpPr>
        <p:spPr/>
        <p:txBody>
          <a:bodyPr/>
          <a:lstStyle/>
          <a:p>
            <a:r>
              <a:rPr lang="en-IN" b="1">
                <a:latin typeface="Times New Roman" panose="02020603050405020304" pitchFamily="18" charset="0"/>
                <a:cs typeface="Times New Roman" panose="02020603050405020304" pitchFamily="18" charset="0"/>
              </a:rPr>
              <a:t>DA 231o</a:t>
            </a:r>
            <a:r>
              <a:rPr lang="en-SG" i="1">
                <a:latin typeface="Times New Roman" panose="02020603050405020304" pitchFamily="18" charset="0"/>
                <a:cs typeface="Times New Roman" panose="02020603050405020304" pitchFamily="18" charset="0"/>
              </a:rPr>
              <a:t>: Data Engineering at Scale</a:t>
            </a:r>
          </a:p>
        </p:txBody>
      </p:sp>
      <p:sp>
        <p:nvSpPr>
          <p:cNvPr id="6" name="Slide Number Placeholder 5">
            <a:extLst>
              <a:ext uri="{FF2B5EF4-FFF2-40B4-BE49-F238E27FC236}">
                <a16:creationId xmlns:a16="http://schemas.microsoft.com/office/drawing/2014/main" id="{E4869FC1-E411-CC9B-068C-1173B6F73EC5}"/>
              </a:ext>
            </a:extLst>
          </p:cNvPr>
          <p:cNvSpPr>
            <a:spLocks noGrp="1"/>
          </p:cNvSpPr>
          <p:nvPr>
            <p:ph type="sldNum" sz="quarter" idx="12"/>
          </p:nvPr>
        </p:nvSpPr>
        <p:spPr/>
        <p:txBody>
          <a:bodyPr/>
          <a:lstStyle/>
          <a:p>
            <a:fld id="{BF1758FF-0BF1-4103-A89A-38EC40E85429}" type="slidenum">
              <a:rPr lang="en-SG" smtClean="0"/>
              <a:t>5</a:t>
            </a:fld>
            <a:endParaRPr lang="en-SG"/>
          </a:p>
        </p:txBody>
      </p:sp>
      <p:pic>
        <p:nvPicPr>
          <p:cNvPr id="7" name="Content Placeholder 6" descr="A graph showing the status of occurrence of current&#10;&#10;AI-generated content may be incorrect.">
            <a:extLst>
              <a:ext uri="{FF2B5EF4-FFF2-40B4-BE49-F238E27FC236}">
                <a16:creationId xmlns:a16="http://schemas.microsoft.com/office/drawing/2014/main" id="{3BC5CB7B-9538-F5A9-0395-EC739BA46A0D}"/>
              </a:ext>
            </a:extLst>
          </p:cNvPr>
          <p:cNvPicPr>
            <a:picLocks noGrp="1" noChangeAspect="1"/>
          </p:cNvPicPr>
          <p:nvPr>
            <p:ph sz="half" idx="1"/>
          </p:nvPr>
        </p:nvPicPr>
        <p:blipFill>
          <a:blip r:embed="rId2" cstate="print">
            <a:extLst>
              <a:ext uri="{28A0092B-C50C-407E-A947-70E740481C1C}">
                <a14:useLocalDpi xmlns:a14="http://schemas.microsoft.com/office/drawing/2010/main" val="0"/>
              </a:ext>
            </a:extLst>
          </a:blip>
          <a:stretch>
            <a:fillRect/>
          </a:stretch>
        </p:blipFill>
        <p:spPr>
          <a:xfrm>
            <a:off x="655693" y="1657307"/>
            <a:ext cx="4872885" cy="2489096"/>
          </a:xfrm>
          <a:prstGeom prst="rect">
            <a:avLst/>
          </a:prstGeom>
        </p:spPr>
      </p:pic>
      <p:sp>
        <p:nvSpPr>
          <p:cNvPr id="8" name="Rectangle 2">
            <a:extLst>
              <a:ext uri="{FF2B5EF4-FFF2-40B4-BE49-F238E27FC236}">
                <a16:creationId xmlns:a16="http://schemas.microsoft.com/office/drawing/2014/main" id="{6D059109-6CD1-4F9F-66B2-7211F5A6CABB}"/>
              </a:ext>
            </a:extLst>
          </p:cNvPr>
          <p:cNvSpPr>
            <a:spLocks noChangeArrowheads="1"/>
          </p:cNvSpPr>
          <p:nvPr/>
        </p:nvSpPr>
        <p:spPr bwMode="auto">
          <a:xfrm>
            <a:off x="655694" y="418648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025" name="Picture 11" descr="A blue circle with orange triangle and white text&#10;&#10;AI-generated content may be incorrect.">
            <a:extLst>
              <a:ext uri="{FF2B5EF4-FFF2-40B4-BE49-F238E27FC236}">
                <a16:creationId xmlns:a16="http://schemas.microsoft.com/office/drawing/2014/main" id="{156FA9BA-D208-5F90-E968-AF7009692F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694" y="4186485"/>
            <a:ext cx="2501900" cy="22733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3">
            <a:extLst>
              <a:ext uri="{FF2B5EF4-FFF2-40B4-BE49-F238E27FC236}">
                <a16:creationId xmlns:a16="http://schemas.microsoft.com/office/drawing/2014/main" id="{84FA258D-011B-4DF7-F33D-EF9F4F291D34}"/>
              </a:ext>
            </a:extLst>
          </p:cNvPr>
          <p:cNvSpPr>
            <a:spLocks noChangeArrowheads="1"/>
          </p:cNvSpPr>
          <p:nvPr/>
        </p:nvSpPr>
        <p:spPr bwMode="auto">
          <a:xfrm>
            <a:off x="655694" y="645978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rgbClr val="000000"/>
                </a:solidFill>
                <a:effectLst/>
                <a:latin typeface="Times New Roman" panose="02020603050405020304" pitchFamily="18" charset="0"/>
                <a:ea typeface="Aptos" panose="020B0004020202020204" pitchFamily="34" charset="0"/>
              </a:rPr>
              <a:t> </a:t>
            </a:r>
            <a:r>
              <a:rPr kumimoji="0" lang="en-US" altLang="en-US" sz="10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10" name="Content Placeholder 9" descr="A blue and orange circle with a triangle in the middle&#10;&#10;AI-generated content may be incorrect.">
            <a:extLst>
              <a:ext uri="{FF2B5EF4-FFF2-40B4-BE49-F238E27FC236}">
                <a16:creationId xmlns:a16="http://schemas.microsoft.com/office/drawing/2014/main" id="{F61FA45D-31CA-C3E0-BD98-9DD5007B9A23}"/>
              </a:ext>
            </a:extLst>
          </p:cNvPr>
          <p:cNvPicPr>
            <a:picLocks noGrp="1" noChangeAspect="1"/>
          </p:cNvPicPr>
          <p:nvPr>
            <p:ph sz="half" idx="2"/>
          </p:nvPr>
        </p:nvPicPr>
        <p:blipFill>
          <a:blip r:embed="rId4" cstate="print">
            <a:extLst>
              <a:ext uri="{28A0092B-C50C-407E-A947-70E740481C1C}">
                <a14:useLocalDpi xmlns:a14="http://schemas.microsoft.com/office/drawing/2010/main" val="0"/>
              </a:ext>
            </a:extLst>
          </a:blip>
          <a:stretch>
            <a:fillRect/>
          </a:stretch>
        </p:blipFill>
        <p:spPr>
          <a:xfrm>
            <a:off x="3255279" y="4186485"/>
            <a:ext cx="2273300" cy="2298700"/>
          </a:xfrm>
          <a:prstGeom prst="rect">
            <a:avLst/>
          </a:prstGeom>
        </p:spPr>
      </p:pic>
      <p:pic>
        <p:nvPicPr>
          <p:cNvPr id="12" name="Picture 11" descr="A graph with blue and red squares&#10;&#10;AI-generated content may be incorrect.">
            <a:extLst>
              <a:ext uri="{FF2B5EF4-FFF2-40B4-BE49-F238E27FC236}">
                <a16:creationId xmlns:a16="http://schemas.microsoft.com/office/drawing/2014/main" id="{6D622B7D-2631-4FE9-CBE7-46F1BDB8B4C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987716" y="2008137"/>
            <a:ext cx="5821566" cy="3682865"/>
          </a:xfrm>
          <a:prstGeom prst="rect">
            <a:avLst/>
          </a:prstGeom>
        </p:spPr>
      </p:pic>
    </p:spTree>
    <p:extLst>
      <p:ext uri="{BB962C8B-B14F-4D97-AF65-F5344CB8AC3E}">
        <p14:creationId xmlns:p14="http://schemas.microsoft.com/office/powerpoint/2010/main" val="2079925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5EEB2-8F53-DC93-A0B0-871321B1C6DE}"/>
            </a:ext>
          </a:extLst>
        </p:cNvPr>
        <p:cNvGrpSpPr/>
        <p:nvPr/>
      </p:nvGrpSpPr>
      <p:grpSpPr>
        <a:xfrm>
          <a:off x="0" y="0"/>
          <a:ext cx="0" cy="0"/>
          <a:chOff x="0" y="0"/>
          <a:chExt cx="0" cy="0"/>
        </a:xfrm>
      </p:grpSpPr>
      <p:pic>
        <p:nvPicPr>
          <p:cNvPr id="5" name="Content Placeholder 4" descr="A graph with blue bars&#10;&#10;AI-generated content may be incorrect.">
            <a:extLst>
              <a:ext uri="{FF2B5EF4-FFF2-40B4-BE49-F238E27FC236}">
                <a16:creationId xmlns:a16="http://schemas.microsoft.com/office/drawing/2014/main" id="{C292CCDA-FAB7-276D-AFE4-C149F5D2A76D}"/>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721895" y="937044"/>
            <a:ext cx="5626100" cy="3403600"/>
          </a:xfrm>
          <a:prstGeom prst="rect">
            <a:avLst/>
          </a:prstGeom>
        </p:spPr>
      </p:pic>
      <p:pic>
        <p:nvPicPr>
          <p:cNvPr id="8" name="Picture 7" descr="A graph with a bar&#10;&#10;AI-generated content may be incorrect.">
            <a:extLst>
              <a:ext uri="{FF2B5EF4-FFF2-40B4-BE49-F238E27FC236}">
                <a16:creationId xmlns:a16="http://schemas.microsoft.com/office/drawing/2014/main" id="{DFE7E507-467C-E830-A30F-3A1F3EC6DB3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88760" y="937044"/>
            <a:ext cx="5603240" cy="2696493"/>
          </a:xfrm>
          <a:prstGeom prst="rect">
            <a:avLst/>
          </a:prstGeom>
        </p:spPr>
      </p:pic>
      <p:sp>
        <p:nvSpPr>
          <p:cNvPr id="10" name="TextBox 9">
            <a:extLst>
              <a:ext uri="{FF2B5EF4-FFF2-40B4-BE49-F238E27FC236}">
                <a16:creationId xmlns:a16="http://schemas.microsoft.com/office/drawing/2014/main" id="{C2EFB317-1ECC-A65F-0ECD-B86E40FA458E}"/>
              </a:ext>
            </a:extLst>
          </p:cNvPr>
          <p:cNvSpPr txBox="1"/>
          <p:nvPr/>
        </p:nvSpPr>
        <p:spPr>
          <a:xfrm>
            <a:off x="721895" y="180471"/>
            <a:ext cx="6352673" cy="461665"/>
          </a:xfrm>
          <a:prstGeom prst="rect">
            <a:avLst/>
          </a:prstGeom>
          <a:noFill/>
        </p:spPr>
        <p:txBody>
          <a:bodyPr wrap="square" rtlCol="0">
            <a:spAutoFit/>
          </a:bodyPr>
          <a:lstStyle/>
          <a:p>
            <a:r>
              <a:rPr lang="en-IN" sz="2400" b="1" dirty="0"/>
              <a:t>Exploratory Data Analysis (EDA)</a:t>
            </a:r>
            <a:endParaRPr lang="en-US" sz="2400" dirty="0"/>
          </a:p>
        </p:txBody>
      </p:sp>
      <p:sp>
        <p:nvSpPr>
          <p:cNvPr id="12" name="Footer Placeholder 11">
            <a:extLst>
              <a:ext uri="{FF2B5EF4-FFF2-40B4-BE49-F238E27FC236}">
                <a16:creationId xmlns:a16="http://schemas.microsoft.com/office/drawing/2014/main" id="{01C35481-15BB-D1DC-C768-790CA3D7E752}"/>
              </a:ext>
            </a:extLst>
          </p:cNvPr>
          <p:cNvSpPr>
            <a:spLocks noGrp="1"/>
          </p:cNvSpPr>
          <p:nvPr>
            <p:ph type="ftr" sz="quarter" idx="11"/>
          </p:nvPr>
        </p:nvSpPr>
        <p:spPr/>
        <p:txBody>
          <a:bodyPr/>
          <a:lstStyle/>
          <a:p>
            <a:r>
              <a:rPr lang="it-IT"/>
              <a:t>DA 231o: Data Engineering at Scale</a:t>
            </a:r>
            <a:endParaRPr lang="en-SG"/>
          </a:p>
        </p:txBody>
      </p:sp>
      <p:sp>
        <p:nvSpPr>
          <p:cNvPr id="14" name="Slide Number Placeholder 13">
            <a:extLst>
              <a:ext uri="{FF2B5EF4-FFF2-40B4-BE49-F238E27FC236}">
                <a16:creationId xmlns:a16="http://schemas.microsoft.com/office/drawing/2014/main" id="{E82FFF3B-73A6-8A64-AFAB-78D1B4D62287}"/>
              </a:ext>
            </a:extLst>
          </p:cNvPr>
          <p:cNvSpPr>
            <a:spLocks noGrp="1"/>
          </p:cNvSpPr>
          <p:nvPr>
            <p:ph type="sldNum" sz="quarter" idx="12"/>
          </p:nvPr>
        </p:nvSpPr>
        <p:spPr/>
        <p:txBody>
          <a:bodyPr/>
          <a:lstStyle/>
          <a:p>
            <a:fld id="{BF1758FF-0BF1-4103-A89A-38EC40E85429}" type="slidenum">
              <a:rPr lang="en-SG" smtClean="0"/>
              <a:t>6</a:t>
            </a:fld>
            <a:endParaRPr lang="en-SG"/>
          </a:p>
        </p:txBody>
      </p:sp>
    </p:spTree>
    <p:extLst>
      <p:ext uri="{BB962C8B-B14F-4D97-AF65-F5344CB8AC3E}">
        <p14:creationId xmlns:p14="http://schemas.microsoft.com/office/powerpoint/2010/main" val="463555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3472CA-9471-6326-CE7D-91AB27051CF4}"/>
              </a:ext>
            </a:extLst>
          </p:cNvPr>
          <p:cNvSpPr>
            <a:spLocks noGrp="1"/>
          </p:cNvSpPr>
          <p:nvPr>
            <p:ph idx="1"/>
          </p:nvPr>
        </p:nvSpPr>
        <p:spPr>
          <a:xfrm>
            <a:off x="606583" y="1012194"/>
            <a:ext cx="11229976" cy="4977125"/>
          </a:xfrm>
        </p:spPr>
        <p:txBody>
          <a:bodyPr>
            <a:normAutofit fontScale="92500" lnSpcReduction="20000"/>
          </a:bodyPr>
          <a:lstStyle/>
          <a:p>
            <a:r>
              <a:rPr lang="en-IN" b="1" dirty="0"/>
              <a:t>Critical Discovery:</a:t>
            </a:r>
            <a:r>
              <a:rPr lang="en-IN" dirty="0"/>
              <a:t> Initial models showed perfect accuracy (1.0000) due to data leakage.</a:t>
            </a:r>
          </a:p>
          <a:p>
            <a:r>
              <a:rPr lang="en-IN" b="1" dirty="0"/>
              <a:t>Leakage Features Identified:</a:t>
            </a:r>
            <a:endParaRPr lang="en-IN" dirty="0"/>
          </a:p>
          <a:p>
            <a:pPr lvl="1"/>
            <a:r>
              <a:rPr lang="en-IN" b="1" dirty="0"/>
              <a:t>Payment Method:</a:t>
            </a:r>
            <a:r>
              <a:rPr lang="en-IN" dirty="0"/>
              <a:t> "Cancelled or incomplete ride" → 100% indicates non-completion</a:t>
            </a:r>
          </a:p>
          <a:p>
            <a:pPr lvl="1"/>
            <a:r>
              <a:rPr lang="en-IN" b="1" dirty="0"/>
              <a:t>Driver Ratings = 0:</a:t>
            </a:r>
            <a:r>
              <a:rPr lang="en-IN" dirty="0"/>
              <a:t> Only available post-ride; 0 for all non-completed rides</a:t>
            </a:r>
          </a:p>
          <a:p>
            <a:pPr lvl="1"/>
            <a:r>
              <a:rPr lang="en-IN" b="1" dirty="0"/>
              <a:t>Customer Rating = 0:</a:t>
            </a:r>
            <a:r>
              <a:rPr lang="en-IN" dirty="0"/>
              <a:t> Same issue as driver ratings</a:t>
            </a:r>
          </a:p>
          <a:p>
            <a:pPr lvl="1"/>
            <a:r>
              <a:rPr lang="en-IN" b="1" dirty="0"/>
              <a:t>Booking Value = 0:</a:t>
            </a:r>
            <a:r>
              <a:rPr lang="en-IN" dirty="0"/>
              <a:t> Revenue only recorded for completed rides</a:t>
            </a:r>
          </a:p>
          <a:p>
            <a:r>
              <a:rPr lang="en-IN" b="1" dirty="0"/>
              <a:t>Resolution:</a:t>
            </a:r>
            <a:r>
              <a:rPr lang="en-IN" dirty="0"/>
              <a:t> Removed all post-event features, retaining only pre-booking information.</a:t>
            </a:r>
          </a:p>
          <a:p>
            <a:r>
              <a:rPr lang="en-IN" b="1" dirty="0"/>
              <a:t>Numeric Features (3):</a:t>
            </a:r>
            <a:endParaRPr lang="en-IN" dirty="0"/>
          </a:p>
          <a:p>
            <a:pPr lvl="1"/>
            <a:r>
              <a:rPr lang="en-IN" dirty="0" err="1"/>
              <a:t>Avg</a:t>
            </a:r>
            <a:r>
              <a:rPr lang="en-IN" dirty="0"/>
              <a:t> VTAT (Vehicle Turn Around Time)</a:t>
            </a:r>
          </a:p>
          <a:p>
            <a:pPr lvl="1"/>
            <a:r>
              <a:rPr lang="en-IN" dirty="0" err="1"/>
              <a:t>Avg</a:t>
            </a:r>
            <a:r>
              <a:rPr lang="en-IN" dirty="0"/>
              <a:t> CTAT (Customer Turn Around Time)</a:t>
            </a:r>
          </a:p>
          <a:p>
            <a:pPr lvl="1"/>
            <a:r>
              <a:rPr lang="en-IN" dirty="0"/>
              <a:t>Ride Distance</a:t>
            </a:r>
          </a:p>
          <a:p>
            <a:r>
              <a:rPr lang="en-IN" b="1" dirty="0"/>
              <a:t>Categorical Features (3):</a:t>
            </a:r>
            <a:endParaRPr lang="en-IN" dirty="0"/>
          </a:p>
          <a:p>
            <a:pPr lvl="1"/>
            <a:r>
              <a:rPr lang="en-IN" dirty="0"/>
              <a:t>Vehicle Type (indexed)</a:t>
            </a:r>
          </a:p>
          <a:p>
            <a:pPr lvl="1"/>
            <a:r>
              <a:rPr lang="en-IN" dirty="0"/>
              <a:t>Pickup Location (indexed)</a:t>
            </a:r>
          </a:p>
          <a:p>
            <a:pPr lvl="1"/>
            <a:r>
              <a:rPr lang="en-IN" dirty="0"/>
              <a:t>Drop Location (indexed)</a:t>
            </a:r>
          </a:p>
          <a:p>
            <a:r>
              <a:rPr lang="en-IN" b="1" dirty="0"/>
              <a:t>Total Features:</a:t>
            </a:r>
            <a:r>
              <a:rPr lang="en-IN" dirty="0"/>
              <a:t> 6 predictive attributes</a:t>
            </a:r>
          </a:p>
          <a:p>
            <a:endParaRPr lang="en-US" dirty="0"/>
          </a:p>
        </p:txBody>
      </p:sp>
      <p:sp>
        <p:nvSpPr>
          <p:cNvPr id="3" name="Footer Placeholder 2">
            <a:extLst>
              <a:ext uri="{FF2B5EF4-FFF2-40B4-BE49-F238E27FC236}">
                <a16:creationId xmlns:a16="http://schemas.microsoft.com/office/drawing/2014/main" id="{1E2BB60C-48B1-4D18-A6AC-4BF682373239}"/>
              </a:ext>
            </a:extLst>
          </p:cNvPr>
          <p:cNvSpPr>
            <a:spLocks noGrp="1"/>
          </p:cNvSpPr>
          <p:nvPr>
            <p:ph type="ftr" sz="quarter" idx="11"/>
          </p:nvPr>
        </p:nvSpPr>
        <p:spPr/>
        <p:txBody>
          <a:bodyPr/>
          <a:lstStyle/>
          <a:p>
            <a:r>
              <a:rPr lang="it-IT"/>
              <a:t>DA 231o: Data Engineering at Scale</a:t>
            </a:r>
            <a:endParaRPr lang="en-SG"/>
          </a:p>
        </p:txBody>
      </p:sp>
      <p:sp>
        <p:nvSpPr>
          <p:cNvPr id="4" name="Slide Number Placeholder 3">
            <a:extLst>
              <a:ext uri="{FF2B5EF4-FFF2-40B4-BE49-F238E27FC236}">
                <a16:creationId xmlns:a16="http://schemas.microsoft.com/office/drawing/2014/main" id="{CD856B01-57EF-02AE-EE09-086E9BE3ACFB}"/>
              </a:ext>
            </a:extLst>
          </p:cNvPr>
          <p:cNvSpPr>
            <a:spLocks noGrp="1"/>
          </p:cNvSpPr>
          <p:nvPr>
            <p:ph type="sldNum" sz="quarter" idx="12"/>
          </p:nvPr>
        </p:nvSpPr>
        <p:spPr/>
        <p:txBody>
          <a:bodyPr/>
          <a:lstStyle/>
          <a:p>
            <a:fld id="{BF1758FF-0BF1-4103-A89A-38EC40E85429}" type="slidenum">
              <a:rPr lang="en-SG" smtClean="0"/>
              <a:t>7</a:t>
            </a:fld>
            <a:endParaRPr lang="en-SG"/>
          </a:p>
        </p:txBody>
      </p:sp>
      <p:sp>
        <p:nvSpPr>
          <p:cNvPr id="5" name="Title 4">
            <a:extLst>
              <a:ext uri="{FF2B5EF4-FFF2-40B4-BE49-F238E27FC236}">
                <a16:creationId xmlns:a16="http://schemas.microsoft.com/office/drawing/2014/main" id="{7EF71128-E189-49D3-A59A-6DA244635195}"/>
              </a:ext>
            </a:extLst>
          </p:cNvPr>
          <p:cNvSpPr>
            <a:spLocks noGrp="1"/>
          </p:cNvSpPr>
          <p:nvPr>
            <p:ph type="title" idx="4294967295"/>
          </p:nvPr>
        </p:nvSpPr>
        <p:spPr>
          <a:xfrm>
            <a:off x="606582" y="133700"/>
            <a:ext cx="11229975" cy="621810"/>
          </a:xfrm>
        </p:spPr>
        <p:txBody>
          <a:bodyPr/>
          <a:lstStyle/>
          <a:p>
            <a:pPr algn="ctr"/>
            <a:r>
              <a:rPr lang="en-IN" sz="2400" b="1" dirty="0">
                <a:solidFill>
                  <a:schemeClr val="tx1"/>
                </a:solidFill>
                <a:latin typeface="+mn-lt"/>
                <a:ea typeface="+mn-ea"/>
                <a:cs typeface="+mn-cs"/>
              </a:rPr>
              <a:t>Data Leakage Identification &amp; Resolution , Final Feature Set</a:t>
            </a:r>
            <a:endParaRPr lang="en-US" sz="2400" b="1" dirty="0">
              <a:solidFill>
                <a:schemeClr val="tx1"/>
              </a:solidFill>
              <a:latin typeface="+mn-lt"/>
              <a:ea typeface="+mn-ea"/>
              <a:cs typeface="+mn-cs"/>
            </a:endParaRPr>
          </a:p>
        </p:txBody>
      </p:sp>
    </p:spTree>
    <p:extLst>
      <p:ext uri="{BB962C8B-B14F-4D97-AF65-F5344CB8AC3E}">
        <p14:creationId xmlns:p14="http://schemas.microsoft.com/office/powerpoint/2010/main" val="19719671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C4E1A3-90F6-0E36-0CA1-537C37967409}"/>
              </a:ext>
            </a:extLst>
          </p:cNvPr>
          <p:cNvSpPr>
            <a:spLocks noGrp="1"/>
          </p:cNvSpPr>
          <p:nvPr>
            <p:ph idx="1"/>
          </p:nvPr>
        </p:nvSpPr>
        <p:spPr/>
        <p:txBody>
          <a:bodyPr/>
          <a:lstStyle/>
          <a:p>
            <a:r>
              <a:rPr lang="en-IN" b="1" dirty="0" err="1"/>
              <a:t>RandomForestClassifier</a:t>
            </a:r>
            <a:endParaRPr lang="en-IN" b="1" dirty="0"/>
          </a:p>
          <a:p>
            <a:r>
              <a:rPr lang="en-IN" b="1" dirty="0"/>
              <a:t>Advantages for Large-Scale Data:</a:t>
            </a:r>
            <a:endParaRPr lang="en-IN" dirty="0"/>
          </a:p>
          <a:p>
            <a:pPr lvl="1"/>
            <a:r>
              <a:rPr lang="en-IN" b="1" dirty="0"/>
              <a:t>Parallelizable:</a:t>
            </a:r>
            <a:r>
              <a:rPr lang="en-IN" dirty="0"/>
              <a:t> Each tree trains independently across cluster nodes</a:t>
            </a:r>
          </a:p>
          <a:p>
            <a:pPr lvl="1"/>
            <a:r>
              <a:rPr lang="en-IN" b="1" dirty="0"/>
              <a:t>Handles Non-linearity:</a:t>
            </a:r>
            <a:r>
              <a:rPr lang="en-IN" dirty="0"/>
              <a:t> Captures complex feature interactions</a:t>
            </a:r>
          </a:p>
          <a:p>
            <a:pPr lvl="1"/>
            <a:r>
              <a:rPr lang="en-IN" b="1" dirty="0"/>
              <a:t>Robust to Outliers:</a:t>
            </a:r>
            <a:r>
              <a:rPr lang="en-IN" dirty="0"/>
              <a:t> Ensemble averaging reduces noise impact</a:t>
            </a:r>
          </a:p>
          <a:p>
            <a:pPr lvl="1"/>
            <a:r>
              <a:rPr lang="en-IN" b="1" dirty="0"/>
              <a:t>Feature Importance:</a:t>
            </a:r>
            <a:r>
              <a:rPr lang="en-IN" dirty="0"/>
              <a:t> Built-in ranking for interpretability</a:t>
            </a:r>
          </a:p>
          <a:p>
            <a:pPr lvl="1"/>
            <a:r>
              <a:rPr lang="en-IN" b="1" dirty="0"/>
              <a:t>No Feature Scaling Required:</a:t>
            </a:r>
            <a:r>
              <a:rPr lang="en-IN" dirty="0"/>
              <a:t> Works with raw categorical indexes</a:t>
            </a:r>
          </a:p>
          <a:p>
            <a:r>
              <a:rPr lang="en-IN" b="1" dirty="0"/>
              <a:t>Scalability:</a:t>
            </a:r>
            <a:r>
              <a:rPr lang="en-IN" dirty="0"/>
              <a:t> O(n log n × features × trees) distributes well across Spark executors</a:t>
            </a:r>
          </a:p>
          <a:p>
            <a:r>
              <a:rPr lang="en-IN" b="1" dirty="0"/>
              <a:t>Performance:</a:t>
            </a:r>
            <a:r>
              <a:rPr lang="en-IN" dirty="0"/>
              <a:t> 95.57% Accuracy, 0.2104 RMSE</a:t>
            </a:r>
          </a:p>
          <a:p>
            <a:pPr marL="0" indent="0">
              <a:buNone/>
            </a:pPr>
            <a:endParaRPr lang="en-IN" b="1" dirty="0"/>
          </a:p>
          <a:p>
            <a:pPr marL="0" indent="0">
              <a:buNone/>
            </a:pPr>
            <a:endParaRPr lang="en-US" dirty="0"/>
          </a:p>
        </p:txBody>
      </p:sp>
      <p:sp>
        <p:nvSpPr>
          <p:cNvPr id="3" name="Footer Placeholder 2">
            <a:extLst>
              <a:ext uri="{FF2B5EF4-FFF2-40B4-BE49-F238E27FC236}">
                <a16:creationId xmlns:a16="http://schemas.microsoft.com/office/drawing/2014/main" id="{FF23ACCB-4182-C77F-BA6E-C49DBD7D8FB0}"/>
              </a:ext>
            </a:extLst>
          </p:cNvPr>
          <p:cNvSpPr>
            <a:spLocks noGrp="1"/>
          </p:cNvSpPr>
          <p:nvPr>
            <p:ph type="ftr" sz="quarter" idx="11"/>
          </p:nvPr>
        </p:nvSpPr>
        <p:spPr/>
        <p:txBody>
          <a:bodyPr/>
          <a:lstStyle/>
          <a:p>
            <a:r>
              <a:rPr lang="it-IT"/>
              <a:t>DA 231o: Data Engineering at Scale</a:t>
            </a:r>
            <a:endParaRPr lang="en-SG"/>
          </a:p>
        </p:txBody>
      </p:sp>
      <p:sp>
        <p:nvSpPr>
          <p:cNvPr id="4" name="Slide Number Placeholder 3">
            <a:extLst>
              <a:ext uri="{FF2B5EF4-FFF2-40B4-BE49-F238E27FC236}">
                <a16:creationId xmlns:a16="http://schemas.microsoft.com/office/drawing/2014/main" id="{F203EC37-D82B-0A63-AF9C-489F01E68FB2}"/>
              </a:ext>
            </a:extLst>
          </p:cNvPr>
          <p:cNvSpPr>
            <a:spLocks noGrp="1"/>
          </p:cNvSpPr>
          <p:nvPr>
            <p:ph type="sldNum" sz="quarter" idx="12"/>
          </p:nvPr>
        </p:nvSpPr>
        <p:spPr/>
        <p:txBody>
          <a:bodyPr/>
          <a:lstStyle/>
          <a:p>
            <a:fld id="{BF1758FF-0BF1-4103-A89A-38EC40E85429}" type="slidenum">
              <a:rPr lang="en-SG" smtClean="0"/>
              <a:t>8</a:t>
            </a:fld>
            <a:endParaRPr lang="en-SG"/>
          </a:p>
        </p:txBody>
      </p:sp>
      <p:sp>
        <p:nvSpPr>
          <p:cNvPr id="5" name="Title 4">
            <a:extLst>
              <a:ext uri="{FF2B5EF4-FFF2-40B4-BE49-F238E27FC236}">
                <a16:creationId xmlns:a16="http://schemas.microsoft.com/office/drawing/2014/main" id="{1CA86202-DEA3-CC6A-0398-EAD7AC0CCF1A}"/>
              </a:ext>
            </a:extLst>
          </p:cNvPr>
          <p:cNvSpPr>
            <a:spLocks noGrp="1"/>
          </p:cNvSpPr>
          <p:nvPr>
            <p:ph type="title" idx="4294967295"/>
          </p:nvPr>
        </p:nvSpPr>
        <p:spPr>
          <a:xfrm>
            <a:off x="523876" y="128016"/>
            <a:ext cx="11229975" cy="505431"/>
          </a:xfrm>
        </p:spPr>
        <p:txBody>
          <a:bodyPr/>
          <a:lstStyle/>
          <a:p>
            <a:pPr algn="ctr"/>
            <a:r>
              <a:rPr lang="en-IN" sz="2800" b="1" dirty="0">
                <a:solidFill>
                  <a:schemeClr val="tx1"/>
                </a:solidFill>
              </a:rPr>
              <a:t>Model Selection Rationale</a:t>
            </a:r>
            <a:endParaRPr lang="en-US" sz="2800" dirty="0">
              <a:solidFill>
                <a:schemeClr val="tx1"/>
              </a:solidFill>
            </a:endParaRPr>
          </a:p>
        </p:txBody>
      </p:sp>
      <p:pic>
        <p:nvPicPr>
          <p:cNvPr id="7" name="Picture 6" descr="A computer screen shot of a computer&#10;&#10;AI-generated content may be incorrect.">
            <a:extLst>
              <a:ext uri="{FF2B5EF4-FFF2-40B4-BE49-F238E27FC236}">
                <a16:creationId xmlns:a16="http://schemas.microsoft.com/office/drawing/2014/main" id="{6B36A204-F3F9-5F7B-26DE-E77F68DB62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27418" y="4217953"/>
            <a:ext cx="6858000" cy="2006600"/>
          </a:xfrm>
          <a:prstGeom prst="rect">
            <a:avLst/>
          </a:prstGeom>
        </p:spPr>
      </p:pic>
    </p:spTree>
    <p:extLst>
      <p:ext uri="{BB962C8B-B14F-4D97-AF65-F5344CB8AC3E}">
        <p14:creationId xmlns:p14="http://schemas.microsoft.com/office/powerpoint/2010/main" val="28506231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BD4768-684C-E751-A5D4-D7D97DE1A2CA}"/>
              </a:ext>
            </a:extLst>
          </p:cNvPr>
          <p:cNvSpPr>
            <a:spLocks noGrp="1"/>
          </p:cNvSpPr>
          <p:nvPr>
            <p:ph idx="1"/>
          </p:nvPr>
        </p:nvSpPr>
        <p:spPr>
          <a:xfrm>
            <a:off x="460217" y="955575"/>
            <a:ext cx="11271565" cy="5257800"/>
          </a:xfrm>
        </p:spPr>
        <p:txBody>
          <a:bodyPr>
            <a:normAutofit fontScale="92500" lnSpcReduction="20000"/>
          </a:bodyPr>
          <a:lstStyle/>
          <a:p>
            <a:r>
              <a:rPr lang="en-IN" b="1" dirty="0" err="1"/>
              <a:t>GBTClassifier</a:t>
            </a:r>
            <a:r>
              <a:rPr lang="en-IN" b="1" dirty="0"/>
              <a:t> (Gradient Boosted Trees)</a:t>
            </a:r>
          </a:p>
          <a:p>
            <a:pPr lvl="1"/>
            <a:r>
              <a:rPr lang="en-IN" b="1" dirty="0"/>
              <a:t>Advantages for Large-Scale Data:</a:t>
            </a:r>
            <a:endParaRPr lang="en-IN" dirty="0"/>
          </a:p>
          <a:p>
            <a:pPr lvl="2"/>
            <a:r>
              <a:rPr lang="en-IN" b="1" dirty="0"/>
              <a:t>Sequential Optimization:</a:t>
            </a:r>
            <a:r>
              <a:rPr lang="en-IN" dirty="0"/>
              <a:t> Each tree corrects previous errors</a:t>
            </a:r>
          </a:p>
          <a:p>
            <a:pPr lvl="2"/>
            <a:r>
              <a:rPr lang="en-IN" b="1" dirty="0"/>
              <a:t>Handles Imbalance:</a:t>
            </a:r>
            <a:r>
              <a:rPr lang="en-IN" dirty="0"/>
              <a:t> Naturally focuses on difficult examples</a:t>
            </a:r>
          </a:p>
          <a:p>
            <a:pPr lvl="2"/>
            <a:r>
              <a:rPr lang="en-IN" b="1" dirty="0"/>
              <a:t>High Accuracy:</a:t>
            </a:r>
            <a:r>
              <a:rPr lang="en-IN" dirty="0"/>
              <a:t> Often achieves best performance in competitions</a:t>
            </a:r>
          </a:p>
          <a:p>
            <a:pPr lvl="2"/>
            <a:r>
              <a:rPr lang="en-IN" b="1" dirty="0"/>
              <a:t>Regularization:</a:t>
            </a:r>
            <a:r>
              <a:rPr lang="en-IN" dirty="0"/>
              <a:t> Built-in mechanisms prevent overfitting</a:t>
            </a:r>
          </a:p>
          <a:p>
            <a:r>
              <a:rPr lang="en-IN" b="1" dirty="0"/>
              <a:t>Scalability Consideration:</a:t>
            </a:r>
            <a:r>
              <a:rPr lang="en-IN" dirty="0"/>
              <a:t> Less parallelizable than </a:t>
            </a:r>
            <a:r>
              <a:rPr lang="en-IN" dirty="0" err="1"/>
              <a:t>RandomForest</a:t>
            </a:r>
            <a:r>
              <a:rPr lang="en-IN" dirty="0"/>
              <a:t> (sequential nature), but Spark </a:t>
            </a:r>
            <a:r>
              <a:rPr lang="en-IN" dirty="0" err="1"/>
              <a:t>MLlib</a:t>
            </a:r>
            <a:r>
              <a:rPr lang="en-IN" dirty="0"/>
              <a:t> optimizes tree-level operations</a:t>
            </a:r>
          </a:p>
          <a:p>
            <a:r>
              <a:rPr lang="en-IN" b="1" dirty="0"/>
              <a:t>Performance:</a:t>
            </a:r>
            <a:r>
              <a:rPr lang="en-IN" dirty="0"/>
              <a:t> 95.49% Accuracy, 0.2124 RMSE</a:t>
            </a:r>
          </a:p>
          <a:p>
            <a:r>
              <a:rPr lang="en-IN" b="1" dirty="0" err="1"/>
              <a:t>LogisticRegression</a:t>
            </a:r>
            <a:endParaRPr lang="en-IN" dirty="0"/>
          </a:p>
          <a:p>
            <a:pPr lvl="1"/>
            <a:r>
              <a:rPr lang="en-IN" b="1" dirty="0"/>
              <a:t>Advantages for Large-Scale Data:</a:t>
            </a:r>
            <a:endParaRPr lang="en-IN" dirty="0"/>
          </a:p>
          <a:p>
            <a:pPr lvl="2"/>
            <a:r>
              <a:rPr lang="en-IN" b="1" dirty="0"/>
              <a:t>Extremely Fast Training:</a:t>
            </a:r>
            <a:r>
              <a:rPr lang="en-IN" dirty="0"/>
              <a:t> Linear complexity O(n × features × iterations)</a:t>
            </a:r>
          </a:p>
          <a:p>
            <a:pPr lvl="2"/>
            <a:r>
              <a:rPr lang="en-IN" b="1" dirty="0"/>
              <a:t>Low Memory Footprint:</a:t>
            </a:r>
            <a:r>
              <a:rPr lang="en-IN" dirty="0"/>
              <a:t> Minimal model size for deployment</a:t>
            </a:r>
          </a:p>
          <a:p>
            <a:pPr lvl="2"/>
            <a:r>
              <a:rPr lang="en-IN" b="1" dirty="0"/>
              <a:t>Interpretable Coefficients:</a:t>
            </a:r>
            <a:r>
              <a:rPr lang="en-IN" dirty="0"/>
              <a:t> Clear feature contribution understanding</a:t>
            </a:r>
          </a:p>
          <a:p>
            <a:pPr lvl="2"/>
            <a:r>
              <a:rPr lang="en-IN" b="1" dirty="0"/>
              <a:t>Online Learning Capable:</a:t>
            </a:r>
            <a:r>
              <a:rPr lang="en-IN" dirty="0"/>
              <a:t> Can update with streaming data</a:t>
            </a:r>
          </a:p>
          <a:p>
            <a:pPr lvl="2"/>
            <a:r>
              <a:rPr lang="en-IN" b="1" dirty="0"/>
              <a:t>Baseline Model:</a:t>
            </a:r>
            <a:r>
              <a:rPr lang="en-IN" dirty="0"/>
              <a:t> Validates whether complex models add value</a:t>
            </a:r>
          </a:p>
          <a:p>
            <a:r>
              <a:rPr lang="en-IN" b="1" dirty="0"/>
              <a:t>Scalability:</a:t>
            </a:r>
            <a:r>
              <a:rPr lang="en-IN" dirty="0"/>
              <a:t> Excellent - distributes gradient computation across partitions</a:t>
            </a:r>
          </a:p>
          <a:p>
            <a:r>
              <a:rPr lang="en-IN" b="1" dirty="0"/>
              <a:t>Performance:</a:t>
            </a:r>
            <a:r>
              <a:rPr lang="en-IN" dirty="0"/>
              <a:t> 94.70% Accuracy, 0.2303 RMSE</a:t>
            </a:r>
          </a:p>
          <a:p>
            <a:endParaRPr lang="en-IN" dirty="0"/>
          </a:p>
          <a:p>
            <a:endParaRPr lang="en-IN" dirty="0"/>
          </a:p>
          <a:p>
            <a:endParaRPr lang="en-US" dirty="0"/>
          </a:p>
        </p:txBody>
      </p:sp>
      <p:sp>
        <p:nvSpPr>
          <p:cNvPr id="3" name="Footer Placeholder 2">
            <a:extLst>
              <a:ext uri="{FF2B5EF4-FFF2-40B4-BE49-F238E27FC236}">
                <a16:creationId xmlns:a16="http://schemas.microsoft.com/office/drawing/2014/main" id="{1B69B9A1-839D-D19A-97C2-8EB6A8DAA989}"/>
              </a:ext>
            </a:extLst>
          </p:cNvPr>
          <p:cNvSpPr>
            <a:spLocks noGrp="1"/>
          </p:cNvSpPr>
          <p:nvPr>
            <p:ph type="ftr" sz="quarter" idx="11"/>
          </p:nvPr>
        </p:nvSpPr>
        <p:spPr/>
        <p:txBody>
          <a:bodyPr/>
          <a:lstStyle/>
          <a:p>
            <a:r>
              <a:rPr lang="it-IT"/>
              <a:t>DA 231o: Data Engineering at Scale</a:t>
            </a:r>
            <a:endParaRPr lang="en-SG"/>
          </a:p>
        </p:txBody>
      </p:sp>
      <p:sp>
        <p:nvSpPr>
          <p:cNvPr id="4" name="Slide Number Placeholder 3">
            <a:extLst>
              <a:ext uri="{FF2B5EF4-FFF2-40B4-BE49-F238E27FC236}">
                <a16:creationId xmlns:a16="http://schemas.microsoft.com/office/drawing/2014/main" id="{10FD0B45-870B-6FAA-B9DF-AF65B9AF5252}"/>
              </a:ext>
            </a:extLst>
          </p:cNvPr>
          <p:cNvSpPr>
            <a:spLocks noGrp="1"/>
          </p:cNvSpPr>
          <p:nvPr>
            <p:ph type="sldNum" sz="quarter" idx="12"/>
          </p:nvPr>
        </p:nvSpPr>
        <p:spPr/>
        <p:txBody>
          <a:bodyPr/>
          <a:lstStyle/>
          <a:p>
            <a:fld id="{BF1758FF-0BF1-4103-A89A-38EC40E85429}" type="slidenum">
              <a:rPr lang="en-SG" smtClean="0"/>
              <a:t>9</a:t>
            </a:fld>
            <a:endParaRPr lang="en-SG"/>
          </a:p>
        </p:txBody>
      </p:sp>
      <p:sp>
        <p:nvSpPr>
          <p:cNvPr id="5" name="Title 4">
            <a:extLst>
              <a:ext uri="{FF2B5EF4-FFF2-40B4-BE49-F238E27FC236}">
                <a16:creationId xmlns:a16="http://schemas.microsoft.com/office/drawing/2014/main" id="{C07EF1E5-DCD9-CB22-C8B0-2034D304C937}"/>
              </a:ext>
            </a:extLst>
          </p:cNvPr>
          <p:cNvSpPr>
            <a:spLocks noGrp="1"/>
          </p:cNvSpPr>
          <p:nvPr>
            <p:ph type="title" idx="4294967295"/>
          </p:nvPr>
        </p:nvSpPr>
        <p:spPr>
          <a:xfrm>
            <a:off x="627376" y="-732"/>
            <a:ext cx="11229975" cy="702067"/>
          </a:xfrm>
        </p:spPr>
        <p:txBody>
          <a:bodyPr/>
          <a:lstStyle/>
          <a:p>
            <a:pPr algn="ctr"/>
            <a:r>
              <a:rPr lang="en-IN" sz="2800" b="1" dirty="0">
                <a:solidFill>
                  <a:schemeClr val="tx1"/>
                </a:solidFill>
              </a:rPr>
              <a:t>Model</a:t>
            </a:r>
            <a:r>
              <a:rPr lang="en-IN" b="1" dirty="0">
                <a:solidFill>
                  <a:schemeClr val="tx1"/>
                </a:solidFill>
              </a:rPr>
              <a:t> </a:t>
            </a:r>
            <a:r>
              <a:rPr lang="en-IN" sz="2800" b="1" dirty="0">
                <a:solidFill>
                  <a:schemeClr val="tx1"/>
                </a:solidFill>
              </a:rPr>
              <a:t>Selection</a:t>
            </a:r>
            <a:r>
              <a:rPr lang="en-IN" b="1" dirty="0">
                <a:solidFill>
                  <a:schemeClr val="tx1"/>
                </a:solidFill>
              </a:rPr>
              <a:t> </a:t>
            </a:r>
            <a:r>
              <a:rPr lang="en-IN" sz="2800" b="1" dirty="0">
                <a:solidFill>
                  <a:schemeClr val="tx1"/>
                </a:solidFill>
              </a:rPr>
              <a:t>Rationale</a:t>
            </a:r>
            <a:endParaRPr lang="en-US" sz="2800" b="1" dirty="0">
              <a:solidFill>
                <a:schemeClr val="tx1"/>
              </a:solidFill>
            </a:endParaRPr>
          </a:p>
        </p:txBody>
      </p:sp>
      <p:pic>
        <p:nvPicPr>
          <p:cNvPr id="9" name="Picture 8" descr="A black background with white text&#10;&#10;AI-generated content may be incorrect.">
            <a:extLst>
              <a:ext uri="{FF2B5EF4-FFF2-40B4-BE49-F238E27FC236}">
                <a16:creationId xmlns:a16="http://schemas.microsoft.com/office/drawing/2014/main" id="{D8AF805F-3B8D-1D50-30A1-E547E08354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30928" y="868680"/>
            <a:ext cx="3632200" cy="1320800"/>
          </a:xfrm>
          <a:prstGeom prst="rect">
            <a:avLst/>
          </a:prstGeom>
        </p:spPr>
      </p:pic>
      <p:pic>
        <p:nvPicPr>
          <p:cNvPr id="11" name="Picture 10" descr="A black background with white text&#10;&#10;AI-generated content may be incorrect.">
            <a:extLst>
              <a:ext uri="{FF2B5EF4-FFF2-40B4-BE49-F238E27FC236}">
                <a16:creationId xmlns:a16="http://schemas.microsoft.com/office/drawing/2014/main" id="{49A7D70E-F1BF-D062-8DE5-C0BFA6427B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30928" y="3291649"/>
            <a:ext cx="3632200" cy="1320800"/>
          </a:xfrm>
          <a:prstGeom prst="rect">
            <a:avLst/>
          </a:prstGeom>
        </p:spPr>
      </p:pic>
    </p:spTree>
    <p:extLst>
      <p:ext uri="{BB962C8B-B14F-4D97-AF65-F5344CB8AC3E}">
        <p14:creationId xmlns:p14="http://schemas.microsoft.com/office/powerpoint/2010/main" val="3809747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6C6F4D-4C40-F6EA-FB5B-B6D9FFF3F1AD}"/>
              </a:ext>
            </a:extLst>
          </p:cNvPr>
          <p:cNvSpPr>
            <a:spLocks noGrp="1"/>
          </p:cNvSpPr>
          <p:nvPr>
            <p:ph idx="1"/>
          </p:nvPr>
        </p:nvSpPr>
        <p:spPr/>
        <p:txBody>
          <a:bodyPr vert="horz" lIns="0" tIns="45720" rIns="0" bIns="45720" rtlCol="0" anchor="t">
            <a:normAutofit/>
          </a:bodyPr>
          <a:lstStyle/>
          <a:p>
            <a:pPr marL="215900" indent="-215900"/>
            <a:r>
              <a:rPr lang="en-IN" b="1">
                <a:latin typeface="Graphik Regular"/>
              </a:rPr>
              <a:t>Benefits:</a:t>
            </a:r>
            <a:endParaRPr lang="en-IN">
              <a:latin typeface="Graphik Regular"/>
            </a:endParaRPr>
          </a:p>
          <a:p>
            <a:pPr marL="486410" lvl="1"/>
            <a:r>
              <a:rPr lang="en-IN" b="1">
                <a:latin typeface="Graphik Regular"/>
              </a:rPr>
              <a:t>Reproducibility:</a:t>
            </a:r>
            <a:r>
              <a:rPr lang="en-IN">
                <a:latin typeface="Graphik Regular"/>
              </a:rPr>
              <a:t> Entire workflow captured in single object</a:t>
            </a:r>
          </a:p>
          <a:p>
            <a:pPr marL="486410" lvl="1"/>
            <a:r>
              <a:rPr lang="en-IN" b="1">
                <a:latin typeface="Graphik Regular"/>
              </a:rPr>
              <a:t>Prevent Leakage:</a:t>
            </a:r>
            <a:r>
              <a:rPr lang="en-IN">
                <a:latin typeface="Graphik Regular"/>
              </a:rPr>
              <a:t> Transformations fit only on training data</a:t>
            </a:r>
          </a:p>
          <a:p>
            <a:pPr marL="486410" lvl="1"/>
            <a:r>
              <a:rPr lang="en-IN" b="1">
                <a:latin typeface="Graphik Regular"/>
              </a:rPr>
              <a:t>Easy Deployment:</a:t>
            </a:r>
            <a:r>
              <a:rPr lang="en-IN">
                <a:latin typeface="Graphik Regular"/>
              </a:rPr>
              <a:t> Save/load complete pipeline</a:t>
            </a:r>
          </a:p>
          <a:p>
            <a:pPr marL="486410" lvl="1"/>
            <a:r>
              <a:rPr lang="en-IN" b="1">
                <a:latin typeface="Graphik Regular"/>
              </a:rPr>
              <a:t>Hyperparameter Tuning Ready:</a:t>
            </a:r>
            <a:r>
              <a:rPr lang="en-IN">
                <a:latin typeface="Graphik Regular"/>
              </a:rPr>
              <a:t> Compatible with </a:t>
            </a:r>
            <a:r>
              <a:rPr lang="en-IN" err="1">
                <a:latin typeface="Graphik Regular"/>
              </a:rPr>
              <a:t>CrossValidator</a:t>
            </a:r>
            <a:endParaRPr lang="en-IN">
              <a:latin typeface="Graphik Regular"/>
            </a:endParaRPr>
          </a:p>
          <a:p>
            <a:pPr marL="215900" indent="-215900"/>
            <a:r>
              <a:rPr lang="en-IN" b="1">
                <a:latin typeface="Graphik Regular"/>
              </a:rPr>
              <a:t>Training Process</a:t>
            </a:r>
            <a:endParaRPr lang="en-US" b="1">
              <a:latin typeface="Graphik Regular"/>
            </a:endParaRPr>
          </a:p>
          <a:p>
            <a:pPr marL="486410" lvl="1"/>
            <a:r>
              <a:rPr lang="en-IN" b="1">
                <a:latin typeface="Graphik Regular"/>
              </a:rPr>
              <a:t>Data Split:</a:t>
            </a:r>
            <a:endParaRPr lang="en-IN">
              <a:latin typeface="Graphik Regular"/>
            </a:endParaRPr>
          </a:p>
          <a:p>
            <a:pPr marL="669290" lvl="2"/>
            <a:r>
              <a:rPr lang="en-IN">
                <a:latin typeface="Graphik Regular"/>
              </a:rPr>
              <a:t>Training: 70% (105,000 rides)</a:t>
            </a:r>
          </a:p>
          <a:p>
            <a:pPr marL="669290" lvl="2"/>
            <a:r>
              <a:rPr lang="en-IN">
                <a:latin typeface="Graphik Regular"/>
              </a:rPr>
              <a:t>Testing: 30% (45,000 rides)</a:t>
            </a:r>
          </a:p>
          <a:p>
            <a:pPr marL="669290" lvl="2"/>
            <a:r>
              <a:rPr lang="en-IN">
                <a:latin typeface="Graphik Regular"/>
              </a:rPr>
              <a:t>Seed: 42 (reproducibility)</a:t>
            </a:r>
          </a:p>
          <a:p>
            <a:pPr marL="486410" lvl="1"/>
            <a:r>
              <a:rPr lang="en-IN" b="1">
                <a:latin typeface="Graphik Regular"/>
              </a:rPr>
              <a:t>Training Time:</a:t>
            </a:r>
            <a:endParaRPr lang="en-IN">
              <a:latin typeface="Graphik Regular"/>
            </a:endParaRPr>
          </a:p>
          <a:p>
            <a:pPr marL="669290" lvl="2"/>
            <a:r>
              <a:rPr lang="en-IN" err="1">
                <a:latin typeface="Graphik Regular"/>
              </a:rPr>
              <a:t>RandomForest</a:t>
            </a:r>
            <a:r>
              <a:rPr lang="en-IN">
                <a:latin typeface="Graphik Regular"/>
              </a:rPr>
              <a:t>: ~24 seconds</a:t>
            </a:r>
          </a:p>
          <a:p>
            <a:pPr marL="669290" lvl="2"/>
            <a:r>
              <a:rPr lang="en-IN" err="1">
                <a:latin typeface="Graphik Regular"/>
              </a:rPr>
              <a:t>GBTClassifier</a:t>
            </a:r>
            <a:r>
              <a:rPr lang="en-IN">
                <a:latin typeface="Graphik Regular"/>
              </a:rPr>
              <a:t>: ~32 seconds</a:t>
            </a:r>
          </a:p>
          <a:p>
            <a:pPr marL="669290" lvl="2"/>
            <a:r>
              <a:rPr lang="en-IN" err="1">
                <a:latin typeface="Graphik Regular"/>
              </a:rPr>
              <a:t>LogisticRegression</a:t>
            </a:r>
            <a:r>
              <a:rPr lang="en-IN">
                <a:latin typeface="Graphik Regular"/>
              </a:rPr>
              <a:t>: &lt;1 second</a:t>
            </a:r>
          </a:p>
          <a:p>
            <a:pPr marL="486410" lvl="1"/>
            <a:r>
              <a:rPr lang="en-IN" b="1">
                <a:latin typeface="Graphik Regular"/>
              </a:rPr>
              <a:t>Cluster Utilization:</a:t>
            </a:r>
            <a:r>
              <a:rPr lang="en-IN">
                <a:latin typeface="Graphik Regular"/>
              </a:rPr>
              <a:t> Distributed across 200 partitions with 4GB memory allocation</a:t>
            </a:r>
          </a:p>
          <a:p>
            <a:pPr marL="215900" indent="-215900"/>
            <a:r>
              <a:rPr lang="en-IN" b="1" err="1">
                <a:latin typeface="Graphik Regular"/>
              </a:rPr>
              <a:t>Streamlit</a:t>
            </a:r>
            <a:r>
              <a:rPr lang="en-IN" b="1">
                <a:latin typeface="Graphik Regular"/>
              </a:rPr>
              <a:t> Link: </a:t>
            </a:r>
            <a:r>
              <a:rPr lang="en-IN">
                <a:latin typeface="Graphik Regular"/>
                <a:hlinkClick r:id="rId2"/>
              </a:rPr>
              <a:t>https://teamdatacraftapp.streamlit.app/</a:t>
            </a:r>
          </a:p>
          <a:p>
            <a:pPr marL="215900" indent="-215900"/>
            <a:endParaRPr lang="en-IN"/>
          </a:p>
          <a:p>
            <a:pPr marL="215900" indent="-215900"/>
            <a:endParaRPr lang="en-IN"/>
          </a:p>
          <a:p>
            <a:pPr marL="215900" indent="-215900"/>
            <a:endParaRPr lang="en-IN" b="1"/>
          </a:p>
        </p:txBody>
      </p:sp>
      <p:sp>
        <p:nvSpPr>
          <p:cNvPr id="3" name="Footer Placeholder 2">
            <a:extLst>
              <a:ext uri="{FF2B5EF4-FFF2-40B4-BE49-F238E27FC236}">
                <a16:creationId xmlns:a16="http://schemas.microsoft.com/office/drawing/2014/main" id="{8FC0E945-DD39-788E-E869-BEC71F1193CD}"/>
              </a:ext>
            </a:extLst>
          </p:cNvPr>
          <p:cNvSpPr>
            <a:spLocks noGrp="1"/>
          </p:cNvSpPr>
          <p:nvPr>
            <p:ph type="ftr" sz="quarter" idx="11"/>
          </p:nvPr>
        </p:nvSpPr>
        <p:spPr/>
        <p:txBody>
          <a:bodyPr/>
          <a:lstStyle/>
          <a:p>
            <a:r>
              <a:rPr lang="it-IT"/>
              <a:t>DA 231o: Data Engineering </a:t>
            </a:r>
            <a:r>
              <a:rPr lang="it-IT" err="1"/>
              <a:t>at</a:t>
            </a:r>
            <a:r>
              <a:rPr lang="it-IT"/>
              <a:t> Scale</a:t>
            </a:r>
            <a:endParaRPr lang="en-SG"/>
          </a:p>
        </p:txBody>
      </p:sp>
      <p:sp>
        <p:nvSpPr>
          <p:cNvPr id="4" name="Slide Number Placeholder 3">
            <a:extLst>
              <a:ext uri="{FF2B5EF4-FFF2-40B4-BE49-F238E27FC236}">
                <a16:creationId xmlns:a16="http://schemas.microsoft.com/office/drawing/2014/main" id="{1EC4B9DB-CBF5-CF9C-65AC-C6C8FE8322C8}"/>
              </a:ext>
            </a:extLst>
          </p:cNvPr>
          <p:cNvSpPr>
            <a:spLocks noGrp="1"/>
          </p:cNvSpPr>
          <p:nvPr>
            <p:ph type="sldNum" sz="quarter" idx="12"/>
          </p:nvPr>
        </p:nvSpPr>
        <p:spPr/>
        <p:txBody>
          <a:bodyPr/>
          <a:lstStyle/>
          <a:p>
            <a:fld id="{BF1758FF-0BF1-4103-A89A-38EC40E85429}" type="slidenum">
              <a:rPr lang="en-SG" smtClean="0"/>
              <a:t>10</a:t>
            </a:fld>
            <a:endParaRPr lang="en-SG"/>
          </a:p>
        </p:txBody>
      </p:sp>
      <p:sp>
        <p:nvSpPr>
          <p:cNvPr id="5" name="Title 4">
            <a:extLst>
              <a:ext uri="{FF2B5EF4-FFF2-40B4-BE49-F238E27FC236}">
                <a16:creationId xmlns:a16="http://schemas.microsoft.com/office/drawing/2014/main" id="{D9446126-ED05-B1ED-012D-5B3BD349A688}"/>
              </a:ext>
            </a:extLst>
          </p:cNvPr>
          <p:cNvSpPr>
            <a:spLocks noGrp="1"/>
          </p:cNvSpPr>
          <p:nvPr>
            <p:ph type="title" idx="4294967295"/>
          </p:nvPr>
        </p:nvSpPr>
        <p:spPr>
          <a:xfrm>
            <a:off x="648172" y="33090"/>
            <a:ext cx="11229975" cy="751140"/>
          </a:xfrm>
        </p:spPr>
        <p:txBody>
          <a:bodyPr/>
          <a:lstStyle/>
          <a:p>
            <a:pPr algn="ctr"/>
            <a:r>
              <a:rPr lang="en-IN" sz="2800" b="1" dirty="0">
                <a:solidFill>
                  <a:schemeClr val="tx1"/>
                </a:solidFill>
              </a:rPr>
              <a:t>Pipeline Architecture</a:t>
            </a:r>
            <a:endParaRPr lang="en-US" sz="2800" dirty="0">
              <a:solidFill>
                <a:schemeClr val="tx1"/>
              </a:solidFill>
            </a:endParaRPr>
          </a:p>
        </p:txBody>
      </p:sp>
      <p:pic>
        <p:nvPicPr>
          <p:cNvPr id="7" name="Picture 6" descr="A screen shot of a computer code&#10;&#10;AI-generated content may be incorrect.">
            <a:extLst>
              <a:ext uri="{FF2B5EF4-FFF2-40B4-BE49-F238E27FC236}">
                <a16:creationId xmlns:a16="http://schemas.microsoft.com/office/drawing/2014/main" id="{C401D48C-2496-1CC7-3C8F-A7CF696D36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82095" y="2463799"/>
            <a:ext cx="5603323" cy="2505015"/>
          </a:xfrm>
          <a:prstGeom prst="rect">
            <a:avLst/>
          </a:prstGeom>
        </p:spPr>
      </p:pic>
    </p:spTree>
    <p:extLst>
      <p:ext uri="{BB962C8B-B14F-4D97-AF65-F5344CB8AC3E}">
        <p14:creationId xmlns:p14="http://schemas.microsoft.com/office/powerpoint/2010/main" val="31126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D44A34-516D-23BE-AE24-AFBCAEA2B41A}"/>
              </a:ext>
            </a:extLst>
          </p:cNvPr>
          <p:cNvSpPr>
            <a:spLocks noGrp="1"/>
          </p:cNvSpPr>
          <p:nvPr>
            <p:ph idx="1"/>
          </p:nvPr>
        </p:nvSpPr>
        <p:spPr/>
        <p:txBody>
          <a:bodyPr vert="horz" lIns="0" tIns="45720" rIns="0" bIns="45720" rtlCol="0" anchor="t">
            <a:normAutofit/>
          </a:bodyPr>
          <a:lstStyle/>
          <a:p>
            <a:pPr marL="215900" indent="-215900"/>
            <a:endParaRPr lang="en-US"/>
          </a:p>
          <a:p>
            <a:pPr marL="215900" indent="-215900"/>
            <a:endParaRPr lang="en-US"/>
          </a:p>
        </p:txBody>
      </p:sp>
      <p:sp>
        <p:nvSpPr>
          <p:cNvPr id="3" name="Footer Placeholder 2">
            <a:extLst>
              <a:ext uri="{FF2B5EF4-FFF2-40B4-BE49-F238E27FC236}">
                <a16:creationId xmlns:a16="http://schemas.microsoft.com/office/drawing/2014/main" id="{CB4F046E-23E3-0CF8-54D1-E91DF007E4B9}"/>
              </a:ext>
            </a:extLst>
          </p:cNvPr>
          <p:cNvSpPr>
            <a:spLocks noGrp="1"/>
          </p:cNvSpPr>
          <p:nvPr>
            <p:ph type="ftr" sz="quarter" idx="11"/>
          </p:nvPr>
        </p:nvSpPr>
        <p:spPr/>
        <p:txBody>
          <a:bodyPr/>
          <a:lstStyle/>
          <a:p>
            <a:r>
              <a:rPr lang="it-IT"/>
              <a:t>DA 231o: Data Engineering at Scale</a:t>
            </a:r>
            <a:endParaRPr lang="en-SG"/>
          </a:p>
        </p:txBody>
      </p:sp>
      <p:sp>
        <p:nvSpPr>
          <p:cNvPr id="4" name="Slide Number Placeholder 3">
            <a:extLst>
              <a:ext uri="{FF2B5EF4-FFF2-40B4-BE49-F238E27FC236}">
                <a16:creationId xmlns:a16="http://schemas.microsoft.com/office/drawing/2014/main" id="{5F36A3ED-4CAA-6348-39F6-A39C72977F4E}"/>
              </a:ext>
            </a:extLst>
          </p:cNvPr>
          <p:cNvSpPr>
            <a:spLocks noGrp="1"/>
          </p:cNvSpPr>
          <p:nvPr>
            <p:ph type="sldNum" sz="quarter" idx="12"/>
          </p:nvPr>
        </p:nvSpPr>
        <p:spPr/>
        <p:txBody>
          <a:bodyPr/>
          <a:lstStyle/>
          <a:p>
            <a:fld id="{BF1758FF-0BF1-4103-A89A-38EC40E85429}" type="slidenum">
              <a:rPr lang="en-SG" smtClean="0"/>
              <a:t>11</a:t>
            </a:fld>
            <a:endParaRPr lang="en-SG"/>
          </a:p>
        </p:txBody>
      </p:sp>
      <p:sp>
        <p:nvSpPr>
          <p:cNvPr id="5" name="Title 4">
            <a:extLst>
              <a:ext uri="{FF2B5EF4-FFF2-40B4-BE49-F238E27FC236}">
                <a16:creationId xmlns:a16="http://schemas.microsoft.com/office/drawing/2014/main" id="{7495C256-CB0A-4997-C3D2-852A1482D91B}"/>
              </a:ext>
            </a:extLst>
          </p:cNvPr>
          <p:cNvSpPr>
            <a:spLocks noGrp="1"/>
          </p:cNvSpPr>
          <p:nvPr>
            <p:ph type="title" idx="4294967295"/>
          </p:nvPr>
        </p:nvSpPr>
        <p:spPr>
          <a:xfrm>
            <a:off x="523876" y="18157"/>
            <a:ext cx="11229975" cy="713364"/>
          </a:xfrm>
        </p:spPr>
        <p:txBody>
          <a:bodyPr/>
          <a:lstStyle/>
          <a:p>
            <a:pPr algn="ctr"/>
            <a:r>
              <a:rPr lang="en-US" sz="2800" b="1">
                <a:solidFill>
                  <a:schemeClr val="tx1"/>
                </a:solidFill>
              </a:rPr>
              <a:t>Scalability</a:t>
            </a:r>
            <a:r>
              <a:rPr lang="en-US">
                <a:solidFill>
                  <a:schemeClr val="bg1"/>
                </a:solidFill>
                <a:latin typeface="Graphik Semibold"/>
              </a:rPr>
              <a:t> </a:t>
            </a:r>
            <a:r>
              <a:rPr lang="en-US" sz="2800" b="1">
                <a:solidFill>
                  <a:schemeClr val="tx1"/>
                </a:solidFill>
              </a:rPr>
              <a:t>– Performance</a:t>
            </a:r>
            <a:r>
              <a:rPr lang="en-US">
                <a:solidFill>
                  <a:schemeClr val="bg1"/>
                </a:solidFill>
                <a:latin typeface="Graphik Semibold"/>
              </a:rPr>
              <a:t> </a:t>
            </a:r>
            <a:r>
              <a:rPr lang="en-US" sz="2800" b="1">
                <a:solidFill>
                  <a:schemeClr val="tx1"/>
                </a:solidFill>
              </a:rPr>
              <a:t>with</a:t>
            </a:r>
            <a:r>
              <a:rPr lang="en-US">
                <a:solidFill>
                  <a:schemeClr val="bg1"/>
                </a:solidFill>
                <a:latin typeface="Graphik Semibold"/>
              </a:rPr>
              <a:t> </a:t>
            </a:r>
            <a:r>
              <a:rPr lang="en-US" sz="2800" b="1">
                <a:solidFill>
                  <a:schemeClr val="tx1"/>
                </a:solidFill>
              </a:rPr>
              <a:t>Big</a:t>
            </a:r>
            <a:r>
              <a:rPr lang="en-US">
                <a:solidFill>
                  <a:schemeClr val="bg1"/>
                </a:solidFill>
                <a:latin typeface="Graphik Semibold"/>
              </a:rPr>
              <a:t> </a:t>
            </a:r>
            <a:r>
              <a:rPr lang="en-US" sz="2800" b="1">
                <a:solidFill>
                  <a:schemeClr val="tx1"/>
                </a:solidFill>
              </a:rPr>
              <a:t>Data</a:t>
            </a:r>
          </a:p>
        </p:txBody>
      </p:sp>
      <p:graphicFrame>
        <p:nvGraphicFramePr>
          <p:cNvPr id="13" name="Table 12">
            <a:extLst>
              <a:ext uri="{FF2B5EF4-FFF2-40B4-BE49-F238E27FC236}">
                <a16:creationId xmlns:a16="http://schemas.microsoft.com/office/drawing/2014/main" id="{BB508BA3-0B4E-096D-A84A-FC1178306A95}"/>
              </a:ext>
            </a:extLst>
          </p:cNvPr>
          <p:cNvGraphicFramePr>
            <a:graphicFrameLocks noGrp="1"/>
          </p:cNvGraphicFramePr>
          <p:nvPr>
            <p:extLst>
              <p:ext uri="{D42A27DB-BD31-4B8C-83A1-F6EECF244321}">
                <p14:modId xmlns:p14="http://schemas.microsoft.com/office/powerpoint/2010/main" val="1915193806"/>
              </p:ext>
            </p:extLst>
          </p:nvPr>
        </p:nvGraphicFramePr>
        <p:xfrm>
          <a:off x="1336539" y="1156895"/>
          <a:ext cx="10201460" cy="3945094"/>
        </p:xfrm>
        <a:graphic>
          <a:graphicData uri="http://schemas.openxmlformats.org/drawingml/2006/table">
            <a:tbl>
              <a:tblPr bandRow="1">
                <a:tableStyleId>{5C22544A-7EE6-4342-B048-85BDC9FD1C3A}</a:tableStyleId>
              </a:tblPr>
              <a:tblGrid>
                <a:gridCol w="2550365">
                  <a:extLst>
                    <a:ext uri="{9D8B030D-6E8A-4147-A177-3AD203B41FA5}">
                      <a16:colId xmlns:a16="http://schemas.microsoft.com/office/drawing/2014/main" val="3323324541"/>
                    </a:ext>
                  </a:extLst>
                </a:gridCol>
                <a:gridCol w="2550365">
                  <a:extLst>
                    <a:ext uri="{9D8B030D-6E8A-4147-A177-3AD203B41FA5}">
                      <a16:colId xmlns:a16="http://schemas.microsoft.com/office/drawing/2014/main" val="3591774846"/>
                    </a:ext>
                  </a:extLst>
                </a:gridCol>
                <a:gridCol w="2550365">
                  <a:extLst>
                    <a:ext uri="{9D8B030D-6E8A-4147-A177-3AD203B41FA5}">
                      <a16:colId xmlns:a16="http://schemas.microsoft.com/office/drawing/2014/main" val="1069416177"/>
                    </a:ext>
                  </a:extLst>
                </a:gridCol>
                <a:gridCol w="2550365">
                  <a:extLst>
                    <a:ext uri="{9D8B030D-6E8A-4147-A177-3AD203B41FA5}">
                      <a16:colId xmlns:a16="http://schemas.microsoft.com/office/drawing/2014/main" val="378701058"/>
                    </a:ext>
                  </a:extLst>
                </a:gridCol>
              </a:tblGrid>
              <a:tr h="557458">
                <a:tc rowSpan="2">
                  <a:txBody>
                    <a:bodyPr/>
                    <a:lstStyle/>
                    <a:p>
                      <a:pPr lvl="0" algn="ctr">
                        <a:lnSpc>
                          <a:spcPts val="1200"/>
                        </a:lnSpc>
                        <a:buNone/>
                      </a:pPr>
                      <a:r>
                        <a:rPr lang="en-GB" sz="1600" b="1" i="0" u="none" strike="noStrike" noProof="0">
                          <a:solidFill>
                            <a:srgbClr val="000000"/>
                          </a:solidFill>
                          <a:effectLst/>
                          <a:latin typeface="Aptos"/>
                        </a:rPr>
                        <a:t>Model </a:t>
                      </a:r>
                      <a:endParaRPr lang="en-US"/>
                    </a:p>
                  </a:txBody>
                  <a:tcPr marL="66674" marR="66674" anchor="ctr">
                    <a:lnL w="9524">
                      <a:solidFill>
                        <a:srgbClr val="BFBFBF"/>
                      </a:solidFill>
                    </a:lnL>
                    <a:lnR w="9524">
                      <a:solidFill>
                        <a:srgbClr val="BFBFBF"/>
                      </a:solidFill>
                    </a:lnR>
                    <a:lnT w="9524">
                      <a:solidFill>
                        <a:srgbClr val="BFBFBF"/>
                      </a:solidFill>
                    </a:lnT>
                    <a:lnB w="9525" cap="flat" cmpd="sng" algn="ctr">
                      <a:solidFill>
                        <a:srgbClr val="BFBFBF"/>
                      </a:solidFill>
                      <a:prstDash val="solid"/>
                      <a:round/>
                      <a:headEnd type="none" w="med" len="med"/>
                      <a:tailEnd type="none" w="med" len="med"/>
                    </a:lnB>
                    <a:noFill/>
                  </a:tcPr>
                </a:tc>
                <a:tc gridSpan="3">
                  <a:txBody>
                    <a:bodyPr/>
                    <a:lstStyle/>
                    <a:p>
                      <a:pPr lvl="0" algn="ctr">
                        <a:lnSpc>
                          <a:spcPts val="1200"/>
                        </a:lnSpc>
                        <a:buNone/>
                      </a:pPr>
                      <a:r>
                        <a:rPr lang="en-GB" sz="1600" b="1">
                          <a:effectLst/>
                          <a:latin typeface="Aptos"/>
                        </a:rPr>
                        <a:t>Runtime across multiple sizes of data</a:t>
                      </a:r>
                    </a:p>
                  </a:txBody>
                  <a:tcPr marL="66674" marR="66674" anchor="ctr">
                    <a:lnL w="9524">
                      <a:solidFill>
                        <a:srgbClr val="BFBFBF"/>
                      </a:solidFill>
                    </a:lnL>
                    <a:lnR w="9524">
                      <a:solidFill>
                        <a:srgbClr val="BFBFBF"/>
                      </a:solidFill>
                    </a:lnR>
                    <a:lnT w="9524">
                      <a:solidFill>
                        <a:srgbClr val="BFBFBF"/>
                      </a:solidFill>
                    </a:lnT>
                    <a:lnB w="9524">
                      <a:solidFill>
                        <a:srgbClr val="BFBFBF"/>
                      </a:solidFill>
                    </a:lnB>
                    <a:noFill/>
                  </a:tcPr>
                </a:tc>
                <a:tc hMerge="1">
                  <a:txBody>
                    <a:bodyPr/>
                    <a:lstStyle/>
                    <a:p>
                      <a:endParaRPr lang="en-US"/>
                    </a:p>
                  </a:txBody>
                  <a:tcPr marL="66674" marR="66674" anchor="ctr">
                    <a:lnL w="9524">
                      <a:solidFill>
                        <a:srgbClr val="BFBFBF"/>
                      </a:solidFill>
                    </a:lnL>
                    <a:lnR w="9524">
                      <a:solidFill>
                        <a:srgbClr val="BFBFBF"/>
                      </a:solidFill>
                    </a:lnR>
                    <a:lnT w="9524">
                      <a:solidFill>
                        <a:srgbClr val="BFBFBF"/>
                      </a:solidFill>
                    </a:lnT>
                    <a:lnB w="9524">
                      <a:solidFill>
                        <a:srgbClr val="BFBFBF"/>
                      </a:solidFill>
                    </a:lnB>
                    <a:noFill/>
                  </a:tcPr>
                </a:tc>
                <a:tc hMerge="1">
                  <a:txBody>
                    <a:bodyPr/>
                    <a:lstStyle/>
                    <a:p>
                      <a:endParaRPr lang="en-US"/>
                    </a:p>
                  </a:txBody>
                  <a:tcPr marL="66674" marR="66674" anchor="ctr">
                    <a:lnL w="9524">
                      <a:solidFill>
                        <a:srgbClr val="BFBFBF"/>
                      </a:solidFill>
                    </a:lnL>
                    <a:lnR w="9524">
                      <a:solidFill>
                        <a:srgbClr val="BFBFBF"/>
                      </a:solidFill>
                    </a:lnR>
                    <a:lnT w="9524">
                      <a:solidFill>
                        <a:srgbClr val="BFBFBF"/>
                      </a:solidFill>
                    </a:lnT>
                    <a:lnB w="9524">
                      <a:solidFill>
                        <a:srgbClr val="BFBFBF"/>
                      </a:solidFill>
                    </a:lnB>
                    <a:noFill/>
                  </a:tcPr>
                </a:tc>
                <a:extLst>
                  <a:ext uri="{0D108BD9-81ED-4DB2-BD59-A6C34878D82A}">
                    <a16:rowId xmlns:a16="http://schemas.microsoft.com/office/drawing/2014/main" val="2917984332"/>
                  </a:ext>
                </a:extLst>
              </a:tr>
              <a:tr h="557459">
                <a:tc vMerge="1">
                  <a:txBody>
                    <a:bodyPr/>
                    <a:lstStyle/>
                    <a:p>
                      <a:endParaRPr lang="en-US"/>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rtl="0" fontAlgn="base">
                        <a:lnSpc>
                          <a:spcPts val="1200"/>
                        </a:lnSpc>
                        <a:buNone/>
                      </a:pPr>
                      <a:r>
                        <a:rPr lang="en-GB" sz="1600" b="1">
                          <a:effectLst/>
                          <a:latin typeface="Aptos"/>
                        </a:rPr>
                        <a:t>150k rows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4"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a:lnSpc>
                          <a:spcPts val="1200"/>
                        </a:lnSpc>
                        <a:buNone/>
                      </a:pPr>
                      <a:r>
                        <a:rPr lang="en-GB" sz="1600" b="1">
                          <a:effectLst/>
                          <a:latin typeface="Aptos"/>
                        </a:rPr>
                        <a:t>1.6M rows (11x)</a:t>
                      </a:r>
                    </a:p>
                  </a:txBody>
                  <a:tcPr marL="66674" marR="66674" anchor="ctr">
                    <a:lnL w="9525" cap="flat" cmpd="sng" algn="ctr">
                      <a:solidFill>
                        <a:srgbClr val="BFBFBF"/>
                      </a:solidFill>
                      <a:prstDash val="solid"/>
                      <a:round/>
                      <a:headEnd type="none" w="med" len="med"/>
                      <a:tailEnd type="none" w="med" len="med"/>
                    </a:lnL>
                    <a:lnR w="9524" cap="flat" cmpd="sng" algn="ctr">
                      <a:solidFill>
                        <a:srgbClr val="BFBFBF"/>
                      </a:solidFill>
                      <a:prstDash val="solid"/>
                      <a:round/>
                      <a:headEnd type="none" w="med" len="med"/>
                      <a:tailEnd type="none" w="med" len="med"/>
                    </a:lnR>
                    <a:lnT w="9524" cap="flat" cmpd="sng" algn="ctr">
                      <a:solidFill>
                        <a:srgbClr val="BFBFBF"/>
                      </a:solidFill>
                      <a:prstDash val="solid"/>
                      <a:round/>
                      <a:headEnd type="none" w="med" len="med"/>
                      <a:tailEnd type="none" w="med" len="med"/>
                    </a:lnT>
                    <a:lnB w="9524">
                      <a:solidFill>
                        <a:srgbClr val="BFBFBF"/>
                      </a:solidFill>
                    </a:lnB>
                    <a:noFill/>
                  </a:tcPr>
                </a:tc>
                <a:tc>
                  <a:txBody>
                    <a:bodyPr/>
                    <a:lstStyle/>
                    <a:p>
                      <a:pPr lvl="0" algn="ctr">
                        <a:lnSpc>
                          <a:spcPts val="1200"/>
                        </a:lnSpc>
                        <a:buNone/>
                      </a:pPr>
                      <a:r>
                        <a:rPr lang="en-GB" sz="1600" b="1">
                          <a:effectLst/>
                          <a:latin typeface="Aptos"/>
                        </a:rPr>
                        <a:t>4.9M rows (33x)</a:t>
                      </a:r>
                    </a:p>
                  </a:txBody>
                  <a:tcPr marL="66674" marR="66674" anchor="ctr">
                    <a:lnL w="9524">
                      <a:solidFill>
                        <a:srgbClr val="BFBFBF"/>
                      </a:solidFill>
                    </a:lnL>
                    <a:lnR w="9524">
                      <a:solidFill>
                        <a:srgbClr val="BFBFBF"/>
                      </a:solidFill>
                    </a:lnR>
                    <a:lnT w="9524" cap="flat" cmpd="sng" algn="ctr">
                      <a:solidFill>
                        <a:srgbClr val="BFBFBF"/>
                      </a:solidFill>
                      <a:prstDash val="solid"/>
                      <a:round/>
                      <a:headEnd type="none" w="med" len="med"/>
                      <a:tailEnd type="none" w="med" len="med"/>
                    </a:lnT>
                    <a:lnB w="9524">
                      <a:solidFill>
                        <a:srgbClr val="BFBFBF"/>
                      </a:solidFill>
                    </a:lnB>
                    <a:noFill/>
                  </a:tcPr>
                </a:tc>
                <a:extLst>
                  <a:ext uri="{0D108BD9-81ED-4DB2-BD59-A6C34878D82A}">
                    <a16:rowId xmlns:a16="http://schemas.microsoft.com/office/drawing/2014/main" val="1333967207"/>
                  </a:ext>
                </a:extLst>
              </a:tr>
              <a:tr h="557459">
                <a:tc>
                  <a:txBody>
                    <a:bodyPr/>
                    <a:lstStyle/>
                    <a:p>
                      <a:pPr algn="ctr" rtl="0" fontAlgn="base">
                        <a:lnSpc>
                          <a:spcPts val="1200"/>
                        </a:lnSpc>
                        <a:buNone/>
                      </a:pPr>
                      <a:r>
                        <a:rPr lang="en-GB" sz="1600" b="1" err="1">
                          <a:effectLst/>
                          <a:latin typeface="Aptos"/>
                        </a:rPr>
                        <a:t>RandomForest</a:t>
                      </a:r>
                      <a:r>
                        <a:rPr lang="en-GB" sz="1600" b="1">
                          <a:effectLst/>
                          <a:latin typeface="Aptos"/>
                        </a:rPr>
                        <a:t>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rtl="0" fontAlgn="base">
                        <a:lnSpc>
                          <a:spcPts val="1200"/>
                        </a:lnSpc>
                        <a:buNone/>
                      </a:pPr>
                      <a:r>
                        <a:rPr lang="en-GB" sz="1600">
                          <a:effectLst/>
                          <a:latin typeface="Aptos"/>
                        </a:rPr>
                        <a:t>9.97 seconds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rtl="0">
                        <a:lnSpc>
                          <a:spcPts val="1200"/>
                        </a:lnSpc>
                        <a:buNone/>
                      </a:pPr>
                      <a:r>
                        <a:rPr lang="en-GB" sz="1600">
                          <a:effectLst/>
                          <a:latin typeface="Aptos"/>
                        </a:rPr>
                        <a:t>43.65 seconds </a:t>
                      </a:r>
                      <a:endParaRPr lang="en-US"/>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4"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a:lnSpc>
                          <a:spcPts val="1200"/>
                        </a:lnSpc>
                        <a:buNone/>
                      </a:pPr>
                      <a:r>
                        <a:rPr lang="en-GB" sz="1600">
                          <a:effectLst/>
                          <a:latin typeface="Aptos"/>
                        </a:rPr>
                        <a:t>133.72</a:t>
                      </a:r>
                    </a:p>
                  </a:txBody>
                  <a:tcPr marL="66674" marR="66674" anchor="ctr">
                    <a:lnL w="9525" cap="flat" cmpd="sng" algn="ctr">
                      <a:solidFill>
                        <a:srgbClr val="BFBFBF"/>
                      </a:solidFill>
                      <a:prstDash val="solid"/>
                      <a:round/>
                      <a:headEnd type="none" w="med" len="med"/>
                      <a:tailEnd type="none" w="med" len="med"/>
                    </a:lnL>
                    <a:lnR w="9524">
                      <a:solidFill>
                        <a:srgbClr val="BFBFBF"/>
                      </a:solidFill>
                    </a:lnR>
                    <a:lnT w="9524">
                      <a:solidFill>
                        <a:srgbClr val="BFBFBF"/>
                      </a:solidFill>
                    </a:lnT>
                    <a:lnB w="9524">
                      <a:solidFill>
                        <a:srgbClr val="BFBFBF"/>
                      </a:solidFill>
                    </a:lnB>
                    <a:noFill/>
                  </a:tcPr>
                </a:tc>
                <a:extLst>
                  <a:ext uri="{0D108BD9-81ED-4DB2-BD59-A6C34878D82A}">
                    <a16:rowId xmlns:a16="http://schemas.microsoft.com/office/drawing/2014/main" val="3854094476"/>
                  </a:ext>
                </a:extLst>
              </a:tr>
              <a:tr h="557459">
                <a:tc>
                  <a:txBody>
                    <a:bodyPr/>
                    <a:lstStyle/>
                    <a:p>
                      <a:pPr algn="ctr" rtl="0" fontAlgn="base">
                        <a:lnSpc>
                          <a:spcPts val="1200"/>
                        </a:lnSpc>
                        <a:buNone/>
                      </a:pPr>
                      <a:r>
                        <a:rPr lang="en-GB" sz="1600" b="1">
                          <a:effectLst/>
                          <a:latin typeface="Aptos"/>
                        </a:rPr>
                        <a:t>GBT Classifier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rtl="0" fontAlgn="base">
                        <a:lnSpc>
                          <a:spcPts val="1200"/>
                        </a:lnSpc>
                        <a:buNone/>
                      </a:pPr>
                      <a:r>
                        <a:rPr lang="en-GB" sz="1600">
                          <a:effectLst/>
                          <a:latin typeface="Aptos"/>
                        </a:rPr>
                        <a:t>23.62 seconds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rtl="0">
                        <a:lnSpc>
                          <a:spcPts val="1200"/>
                        </a:lnSpc>
                        <a:buNone/>
                      </a:pPr>
                      <a:r>
                        <a:rPr lang="en-GB" sz="1600">
                          <a:effectLst/>
                          <a:latin typeface="Aptos"/>
                        </a:rPr>
                        <a:t>131.78 seconds </a:t>
                      </a:r>
                      <a:endParaRPr lang="en-US"/>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a:lnSpc>
                          <a:spcPts val="1200"/>
                        </a:lnSpc>
                        <a:buNone/>
                      </a:pPr>
                      <a:r>
                        <a:rPr lang="en-GB" sz="1600">
                          <a:effectLst/>
                          <a:latin typeface="Aptos"/>
                        </a:rPr>
                        <a:t>508.11 seconds</a:t>
                      </a:r>
                    </a:p>
                  </a:txBody>
                  <a:tcPr marL="66674" marR="66674" anchor="ctr">
                    <a:lnL w="9525" cap="flat" cmpd="sng" algn="ctr">
                      <a:solidFill>
                        <a:srgbClr val="BFBFBF"/>
                      </a:solidFill>
                      <a:prstDash val="solid"/>
                      <a:round/>
                      <a:headEnd type="none" w="med" len="med"/>
                      <a:tailEnd type="none" w="med" len="med"/>
                    </a:lnL>
                    <a:lnR w="9524">
                      <a:solidFill>
                        <a:srgbClr val="BFBFBF"/>
                      </a:solidFill>
                    </a:lnR>
                    <a:lnT w="9524">
                      <a:solidFill>
                        <a:srgbClr val="BFBFBF"/>
                      </a:solidFill>
                    </a:lnT>
                    <a:lnB w="9524">
                      <a:solidFill>
                        <a:srgbClr val="BFBFBF"/>
                      </a:solidFill>
                    </a:lnB>
                    <a:noFill/>
                  </a:tcPr>
                </a:tc>
                <a:extLst>
                  <a:ext uri="{0D108BD9-81ED-4DB2-BD59-A6C34878D82A}">
                    <a16:rowId xmlns:a16="http://schemas.microsoft.com/office/drawing/2014/main" val="102846124"/>
                  </a:ext>
                </a:extLst>
              </a:tr>
              <a:tr h="571753">
                <a:tc>
                  <a:txBody>
                    <a:bodyPr/>
                    <a:lstStyle/>
                    <a:p>
                      <a:pPr algn="ctr" rtl="0" fontAlgn="base">
                        <a:lnSpc>
                          <a:spcPts val="1200"/>
                        </a:lnSpc>
                        <a:buNone/>
                      </a:pPr>
                      <a:r>
                        <a:rPr lang="en-GB" sz="1600" b="1">
                          <a:effectLst/>
                          <a:latin typeface="Aptos"/>
                        </a:rPr>
                        <a:t>Logistic Regression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rtl="0" fontAlgn="base">
                        <a:lnSpc>
                          <a:spcPts val="1200"/>
                        </a:lnSpc>
                        <a:buNone/>
                      </a:pPr>
                      <a:r>
                        <a:rPr lang="en-GB" sz="1600">
                          <a:effectLst/>
                          <a:latin typeface="Aptos"/>
                        </a:rPr>
                        <a:t>4.83 seconds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rtl="0">
                        <a:lnSpc>
                          <a:spcPts val="1200"/>
                        </a:lnSpc>
                        <a:buNone/>
                      </a:pPr>
                      <a:r>
                        <a:rPr lang="en-GB" sz="1600">
                          <a:effectLst/>
                          <a:latin typeface="Aptos"/>
                        </a:rPr>
                        <a:t>20.01 seconds </a:t>
                      </a:r>
                      <a:endParaRPr lang="en-US"/>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a:lnSpc>
                          <a:spcPts val="1200"/>
                        </a:lnSpc>
                        <a:buNone/>
                      </a:pPr>
                      <a:r>
                        <a:rPr lang="en-GB" sz="1600">
                          <a:effectLst/>
                          <a:latin typeface="Aptos"/>
                        </a:rPr>
                        <a:t>78.98  seconds</a:t>
                      </a:r>
                    </a:p>
                  </a:txBody>
                  <a:tcPr marL="66674" marR="66674" anchor="ctr">
                    <a:lnL w="9525" cap="flat" cmpd="sng" algn="ctr">
                      <a:solidFill>
                        <a:srgbClr val="BFBFBF"/>
                      </a:solidFill>
                      <a:prstDash val="solid"/>
                      <a:round/>
                      <a:headEnd type="none" w="med" len="med"/>
                      <a:tailEnd type="none" w="med" len="med"/>
                    </a:lnL>
                    <a:lnR w="9524">
                      <a:solidFill>
                        <a:srgbClr val="BFBFBF"/>
                      </a:solidFill>
                    </a:lnR>
                    <a:lnT w="9524">
                      <a:solidFill>
                        <a:srgbClr val="BFBFBF"/>
                      </a:solidFill>
                    </a:lnT>
                    <a:lnB w="9524">
                      <a:solidFill>
                        <a:srgbClr val="BFBFBF"/>
                      </a:solidFill>
                    </a:lnB>
                    <a:noFill/>
                  </a:tcPr>
                </a:tc>
                <a:extLst>
                  <a:ext uri="{0D108BD9-81ED-4DB2-BD59-A6C34878D82A}">
                    <a16:rowId xmlns:a16="http://schemas.microsoft.com/office/drawing/2014/main" val="2357064709"/>
                  </a:ext>
                </a:extLst>
              </a:tr>
              <a:tr h="571753">
                <a:tc>
                  <a:txBody>
                    <a:bodyPr/>
                    <a:lstStyle/>
                    <a:p>
                      <a:pPr algn="ctr" rtl="0" fontAlgn="base">
                        <a:lnSpc>
                          <a:spcPts val="1200"/>
                        </a:lnSpc>
                        <a:buNone/>
                      </a:pPr>
                      <a:r>
                        <a:rPr lang="en-GB" sz="1600" b="1">
                          <a:effectLst/>
                          <a:latin typeface="Aptos"/>
                        </a:rPr>
                        <a:t>Total Training time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rtl="0" fontAlgn="base">
                        <a:lnSpc>
                          <a:spcPts val="1200"/>
                        </a:lnSpc>
                        <a:buNone/>
                      </a:pPr>
                      <a:r>
                        <a:rPr lang="en-GB" sz="1600">
                          <a:effectLst/>
                          <a:latin typeface="Aptos"/>
                        </a:rPr>
                        <a:t>38.41 seconds </a:t>
                      </a:r>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rtl="0">
                        <a:lnSpc>
                          <a:spcPts val="1200"/>
                        </a:lnSpc>
                        <a:buNone/>
                      </a:pPr>
                      <a:r>
                        <a:rPr lang="en-GB" sz="1600">
                          <a:effectLst/>
                          <a:latin typeface="Aptos"/>
                        </a:rPr>
                        <a:t>195.44 seconds </a:t>
                      </a:r>
                      <a:endParaRPr lang="en-US"/>
                    </a:p>
                  </a:txBody>
                  <a:tcPr marL="66675" marR="66675"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lvl="0" algn="ctr">
                        <a:lnSpc>
                          <a:spcPts val="1200"/>
                        </a:lnSpc>
                        <a:buNone/>
                      </a:pPr>
                      <a:r>
                        <a:rPr lang="en-GB" sz="1600">
                          <a:effectLst/>
                          <a:latin typeface="Aptos"/>
                        </a:rPr>
                        <a:t>720.81 </a:t>
                      </a:r>
                      <a:r>
                        <a:rPr lang="en-GB" sz="1600" b="0" i="0" u="none" strike="noStrike" noProof="0">
                          <a:solidFill>
                            <a:srgbClr val="000000"/>
                          </a:solidFill>
                          <a:effectLst/>
                          <a:latin typeface="Aptos"/>
                        </a:rPr>
                        <a:t>seconds</a:t>
                      </a:r>
                      <a:endParaRPr lang="en-GB" sz="1600">
                        <a:effectLst/>
                        <a:latin typeface="Aptos"/>
                      </a:endParaRPr>
                    </a:p>
                  </a:txBody>
                  <a:tcPr marL="66674" marR="66674" anchor="ctr">
                    <a:lnL w="9525" cap="flat" cmpd="sng" algn="ctr">
                      <a:solidFill>
                        <a:srgbClr val="BFBFBF"/>
                      </a:solidFill>
                      <a:prstDash val="solid"/>
                      <a:round/>
                      <a:headEnd type="none" w="med" len="med"/>
                      <a:tailEnd type="none" w="med" len="med"/>
                    </a:lnL>
                    <a:lnR w="9524">
                      <a:solidFill>
                        <a:srgbClr val="BFBFBF"/>
                      </a:solidFill>
                    </a:lnR>
                    <a:lnT w="9524">
                      <a:solidFill>
                        <a:srgbClr val="BFBFBF"/>
                      </a:solidFill>
                    </a:lnT>
                    <a:lnB w="9524"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004232209"/>
                  </a:ext>
                </a:extLst>
              </a:tr>
              <a:tr h="571753">
                <a:tc>
                  <a:txBody>
                    <a:bodyPr/>
                    <a:lstStyle/>
                    <a:p>
                      <a:pPr lvl="0" algn="ctr">
                        <a:lnSpc>
                          <a:spcPts val="1200"/>
                        </a:lnSpc>
                        <a:buNone/>
                      </a:pPr>
                      <a:r>
                        <a:rPr lang="en-GB" sz="1600" b="1">
                          <a:effectLst/>
                          <a:latin typeface="Aptos"/>
                        </a:rPr>
                        <a:t>Scalability Performance</a:t>
                      </a:r>
                    </a:p>
                  </a:txBody>
                  <a:tcPr marL="66674" marR="66674" anchor="ctr">
                    <a:lnL w="9524">
                      <a:solidFill>
                        <a:srgbClr val="BFBFBF"/>
                      </a:solidFill>
                    </a:lnL>
                    <a:lnR w="9524">
                      <a:solidFill>
                        <a:srgbClr val="BFBFBF"/>
                      </a:solidFill>
                    </a:lnR>
                    <a:lnT w="9525" cap="flat" cmpd="sng" algn="ctr">
                      <a:solidFill>
                        <a:srgbClr val="BFBFBF"/>
                      </a:solidFill>
                      <a:prstDash val="solid"/>
                      <a:round/>
                      <a:headEnd type="none" w="med" len="med"/>
                      <a:tailEnd type="none" w="med" len="med"/>
                    </a:lnT>
                    <a:lnB w="9524">
                      <a:solidFill>
                        <a:srgbClr val="BFBFBF"/>
                      </a:solidFill>
                    </a:lnB>
                    <a:noFill/>
                  </a:tcPr>
                </a:tc>
                <a:tc>
                  <a:txBody>
                    <a:bodyPr/>
                    <a:lstStyle/>
                    <a:p>
                      <a:pPr lvl="0" algn="ctr">
                        <a:lnSpc>
                          <a:spcPts val="1200"/>
                        </a:lnSpc>
                        <a:buNone/>
                      </a:pPr>
                      <a:r>
                        <a:rPr lang="en-GB" sz="1600" b="1">
                          <a:effectLst/>
                          <a:latin typeface="Aptos"/>
                        </a:rPr>
                        <a:t>1x</a:t>
                      </a:r>
                    </a:p>
                  </a:txBody>
                  <a:tcPr marL="66674" marR="66674" anchor="ctr">
                    <a:lnL w="9524">
                      <a:solidFill>
                        <a:srgbClr val="BFBFBF"/>
                      </a:solidFill>
                    </a:lnL>
                    <a:lnR w="9524">
                      <a:solidFill>
                        <a:srgbClr val="BFBFBF"/>
                      </a:solidFill>
                    </a:lnR>
                    <a:lnT w="9525" cap="flat" cmpd="sng" algn="ctr">
                      <a:solidFill>
                        <a:srgbClr val="BFBFBF"/>
                      </a:solidFill>
                      <a:prstDash val="solid"/>
                      <a:round/>
                      <a:headEnd type="none" w="med" len="med"/>
                      <a:tailEnd type="none" w="med" len="med"/>
                    </a:lnT>
                    <a:lnB w="9524">
                      <a:solidFill>
                        <a:srgbClr val="BFBFBF"/>
                      </a:solidFill>
                    </a:lnB>
                    <a:noFill/>
                  </a:tcPr>
                </a:tc>
                <a:tc>
                  <a:txBody>
                    <a:bodyPr/>
                    <a:lstStyle/>
                    <a:p>
                      <a:pPr lvl="0" algn="ctr">
                        <a:lnSpc>
                          <a:spcPts val="1200"/>
                        </a:lnSpc>
                        <a:buNone/>
                      </a:pPr>
                      <a:r>
                        <a:rPr lang="en-GB" sz="1600" b="1">
                          <a:effectLst/>
                          <a:latin typeface="Aptos"/>
                        </a:rPr>
                        <a:t>5x</a:t>
                      </a:r>
                    </a:p>
                  </a:txBody>
                  <a:tcPr marL="66674" marR="66674" anchor="ctr">
                    <a:lnL w="9524">
                      <a:solidFill>
                        <a:srgbClr val="BFBFBF"/>
                      </a:solidFill>
                    </a:lnL>
                    <a:lnR w="9524">
                      <a:solidFill>
                        <a:srgbClr val="BFBFBF"/>
                      </a:solidFill>
                    </a:lnR>
                    <a:lnT w="9525" cap="flat" cmpd="sng" algn="ctr">
                      <a:solidFill>
                        <a:srgbClr val="BFBFBF"/>
                      </a:solidFill>
                      <a:prstDash val="solid"/>
                      <a:round/>
                      <a:headEnd type="none" w="med" len="med"/>
                      <a:tailEnd type="none" w="med" len="med"/>
                    </a:lnT>
                    <a:lnB w="9524">
                      <a:solidFill>
                        <a:srgbClr val="BFBFBF"/>
                      </a:solidFill>
                    </a:lnB>
                    <a:noFill/>
                  </a:tcPr>
                </a:tc>
                <a:tc>
                  <a:txBody>
                    <a:bodyPr/>
                    <a:lstStyle/>
                    <a:p>
                      <a:pPr lvl="0" algn="ctr">
                        <a:lnSpc>
                          <a:spcPts val="1200"/>
                        </a:lnSpc>
                        <a:buNone/>
                      </a:pPr>
                      <a:r>
                        <a:rPr lang="en-GB" sz="1600" b="1" i="0" u="none" strike="noStrike" noProof="0">
                          <a:solidFill>
                            <a:srgbClr val="000000"/>
                          </a:solidFill>
                          <a:effectLst/>
                          <a:latin typeface="Aptos"/>
                        </a:rPr>
                        <a:t>18.7x</a:t>
                      </a:r>
                    </a:p>
                  </a:txBody>
                  <a:tcPr marL="66674" marR="66674" anchor="ctr">
                    <a:lnL w="9524">
                      <a:solidFill>
                        <a:srgbClr val="BFBFBF"/>
                      </a:solidFill>
                    </a:lnL>
                    <a:lnR w="9524">
                      <a:solidFill>
                        <a:srgbClr val="BFBFBF"/>
                      </a:solidFill>
                    </a:lnR>
                    <a:lnT w="9524">
                      <a:solidFill>
                        <a:srgbClr val="BFBFBF"/>
                      </a:solidFill>
                    </a:lnT>
                    <a:lnB w="9524">
                      <a:solidFill>
                        <a:srgbClr val="BFBFBF"/>
                      </a:solidFill>
                    </a:lnB>
                    <a:noFill/>
                  </a:tcPr>
                </a:tc>
                <a:extLst>
                  <a:ext uri="{0D108BD9-81ED-4DB2-BD59-A6C34878D82A}">
                    <a16:rowId xmlns:a16="http://schemas.microsoft.com/office/drawing/2014/main" val="307830208"/>
                  </a:ext>
                </a:extLst>
              </a:tr>
            </a:tbl>
          </a:graphicData>
        </a:graphic>
      </p:graphicFrame>
    </p:spTree>
    <p:extLst>
      <p:ext uri="{BB962C8B-B14F-4D97-AF65-F5344CB8AC3E}">
        <p14:creationId xmlns:p14="http://schemas.microsoft.com/office/powerpoint/2010/main" val="1737812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95700B50-42DF-DE8D-941D-B7DD051502F1}"/>
              </a:ext>
            </a:extLst>
          </p:cNvPr>
          <p:cNvGraphicFramePr>
            <a:graphicFrameLocks noGrp="1"/>
          </p:cNvGraphicFramePr>
          <p:nvPr>
            <p:ph idx="1"/>
            <p:extLst>
              <p:ext uri="{D42A27DB-BD31-4B8C-83A1-F6EECF244321}">
                <p14:modId xmlns:p14="http://schemas.microsoft.com/office/powerpoint/2010/main" val="3399881249"/>
              </p:ext>
            </p:extLst>
          </p:nvPr>
        </p:nvGraphicFramePr>
        <p:xfrm>
          <a:off x="2930682" y="4539207"/>
          <a:ext cx="6909802" cy="1920578"/>
        </p:xfrm>
        <a:graphic>
          <a:graphicData uri="http://schemas.openxmlformats.org/drawingml/2006/table">
            <a:tbl>
              <a:tblPr firstRow="1" bandRow="1">
                <a:tableStyleId>{2D5ABB26-0587-4C30-8999-92F81FD0307C}</a:tableStyleId>
              </a:tblPr>
              <a:tblGrid>
                <a:gridCol w="1938488">
                  <a:extLst>
                    <a:ext uri="{9D8B030D-6E8A-4147-A177-3AD203B41FA5}">
                      <a16:colId xmlns:a16="http://schemas.microsoft.com/office/drawing/2014/main" val="203861088"/>
                    </a:ext>
                  </a:extLst>
                </a:gridCol>
                <a:gridCol w="1454958">
                  <a:extLst>
                    <a:ext uri="{9D8B030D-6E8A-4147-A177-3AD203B41FA5}">
                      <a16:colId xmlns:a16="http://schemas.microsoft.com/office/drawing/2014/main" val="82954121"/>
                    </a:ext>
                  </a:extLst>
                </a:gridCol>
                <a:gridCol w="1093090">
                  <a:extLst>
                    <a:ext uri="{9D8B030D-6E8A-4147-A177-3AD203B41FA5}">
                      <a16:colId xmlns:a16="http://schemas.microsoft.com/office/drawing/2014/main" val="1027053808"/>
                    </a:ext>
                  </a:extLst>
                </a:gridCol>
                <a:gridCol w="1330176">
                  <a:extLst>
                    <a:ext uri="{9D8B030D-6E8A-4147-A177-3AD203B41FA5}">
                      <a16:colId xmlns:a16="http://schemas.microsoft.com/office/drawing/2014/main" val="1660876021"/>
                    </a:ext>
                  </a:extLst>
                </a:gridCol>
                <a:gridCol w="1093090">
                  <a:extLst>
                    <a:ext uri="{9D8B030D-6E8A-4147-A177-3AD203B41FA5}">
                      <a16:colId xmlns:a16="http://schemas.microsoft.com/office/drawing/2014/main" val="602734422"/>
                    </a:ext>
                  </a:extLst>
                </a:gridCol>
              </a:tblGrid>
              <a:tr h="754682">
                <a:tc>
                  <a:txBody>
                    <a:bodyPr/>
                    <a:lstStyle/>
                    <a:p>
                      <a:pPr>
                        <a:buNone/>
                      </a:pPr>
                      <a:r>
                        <a:rPr lang="en-IN" sz="1800" b="1">
                          <a:solidFill>
                            <a:schemeClr val="tx1">
                              <a:lumMod val="75000"/>
                              <a:lumOff val="25000"/>
                            </a:schemeClr>
                          </a:solidFill>
                          <a:effectLst/>
                        </a:rPr>
                        <a:t>Model</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800" b="1">
                          <a:solidFill>
                            <a:schemeClr val="tx1">
                              <a:lumMod val="75000"/>
                              <a:lumOff val="25000"/>
                            </a:schemeClr>
                          </a:solidFill>
                          <a:effectLst/>
                        </a:rPr>
                        <a:t>Accuracy</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800" b="1">
                          <a:solidFill>
                            <a:schemeClr val="tx1">
                              <a:lumMod val="75000"/>
                              <a:lumOff val="25000"/>
                            </a:schemeClr>
                          </a:solidFill>
                          <a:effectLst/>
                        </a:rPr>
                        <a:t>RMSE</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800" b="1">
                          <a:solidFill>
                            <a:schemeClr val="tx1">
                              <a:lumMod val="75000"/>
                              <a:lumOff val="25000"/>
                            </a:schemeClr>
                          </a:solidFill>
                          <a:effectLst/>
                        </a:rPr>
                        <a:t>Training Time</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800" b="1">
                          <a:solidFill>
                            <a:schemeClr val="tx1">
                              <a:lumMod val="75000"/>
                              <a:lumOff val="25000"/>
                            </a:schemeClr>
                          </a:solidFill>
                          <a:effectLst/>
                        </a:rPr>
                        <a:t>Model Size</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0668097"/>
                  </a:ext>
                </a:extLst>
              </a:tr>
              <a:tr h="0">
                <a:tc>
                  <a:txBody>
                    <a:bodyPr/>
                    <a:lstStyle/>
                    <a:p>
                      <a:pPr>
                        <a:buNone/>
                      </a:pPr>
                      <a:r>
                        <a:rPr lang="en-IN" sz="1300" b="1">
                          <a:solidFill>
                            <a:schemeClr val="tx1">
                              <a:lumMod val="75000"/>
                              <a:lumOff val="25000"/>
                            </a:schemeClr>
                          </a:solidFill>
                          <a:effectLst/>
                        </a:rPr>
                        <a:t>RandomForest</a:t>
                      </a:r>
                      <a:endParaRPr lang="en-IN" sz="1300">
                        <a:solidFill>
                          <a:schemeClr val="tx1">
                            <a:lumMod val="75000"/>
                            <a:lumOff val="25000"/>
                          </a:schemeClr>
                        </a:solidFill>
                        <a:effectLst/>
                      </a:endParaRP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b="1">
                          <a:solidFill>
                            <a:schemeClr val="tx1">
                              <a:lumMod val="75000"/>
                              <a:lumOff val="25000"/>
                            </a:schemeClr>
                          </a:solidFill>
                          <a:effectLst/>
                        </a:rPr>
                        <a:t>95.57%</a:t>
                      </a:r>
                      <a:endParaRPr lang="en-IN" sz="1300">
                        <a:solidFill>
                          <a:schemeClr val="tx1">
                            <a:lumMod val="75000"/>
                            <a:lumOff val="25000"/>
                          </a:schemeClr>
                        </a:solidFill>
                        <a:effectLst/>
                      </a:endParaRP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b="1">
                          <a:solidFill>
                            <a:schemeClr val="tx1">
                              <a:lumMod val="75000"/>
                              <a:lumOff val="25000"/>
                            </a:schemeClr>
                          </a:solidFill>
                          <a:effectLst/>
                        </a:rPr>
                        <a:t>0.2104</a:t>
                      </a:r>
                      <a:endParaRPr lang="en-IN" sz="1300">
                        <a:solidFill>
                          <a:schemeClr val="tx1">
                            <a:lumMod val="75000"/>
                            <a:lumOff val="25000"/>
                          </a:schemeClr>
                        </a:solidFill>
                        <a:effectLst/>
                      </a:endParaRP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24s</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Large</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1295748"/>
                  </a:ext>
                </a:extLst>
              </a:tr>
              <a:tr h="410284">
                <a:tc>
                  <a:txBody>
                    <a:bodyPr/>
                    <a:lstStyle/>
                    <a:p>
                      <a:pPr>
                        <a:buNone/>
                      </a:pPr>
                      <a:r>
                        <a:rPr lang="en-IN" sz="1300" b="1">
                          <a:solidFill>
                            <a:schemeClr val="tx1">
                              <a:lumMod val="75000"/>
                              <a:lumOff val="25000"/>
                            </a:schemeClr>
                          </a:solidFill>
                          <a:effectLst/>
                        </a:rPr>
                        <a:t>GBTClassifier</a:t>
                      </a:r>
                      <a:endParaRPr lang="en-IN" sz="1300">
                        <a:solidFill>
                          <a:schemeClr val="tx1">
                            <a:lumMod val="75000"/>
                            <a:lumOff val="25000"/>
                          </a:schemeClr>
                        </a:solidFill>
                        <a:effectLst/>
                      </a:endParaRP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95.49%</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0.2124</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32s</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Medium</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5921947"/>
                  </a:ext>
                </a:extLst>
              </a:tr>
              <a:tr h="0">
                <a:tc>
                  <a:txBody>
                    <a:bodyPr/>
                    <a:lstStyle/>
                    <a:p>
                      <a:pPr>
                        <a:buNone/>
                      </a:pPr>
                      <a:r>
                        <a:rPr lang="en-IN" sz="1300" b="1" err="1">
                          <a:solidFill>
                            <a:schemeClr val="tx1">
                              <a:lumMod val="75000"/>
                              <a:lumOff val="25000"/>
                            </a:schemeClr>
                          </a:solidFill>
                          <a:effectLst/>
                        </a:rPr>
                        <a:t>LogisticRegression</a:t>
                      </a:r>
                      <a:endParaRPr lang="en-IN" sz="1300">
                        <a:solidFill>
                          <a:schemeClr val="tx1">
                            <a:lumMod val="75000"/>
                            <a:lumOff val="25000"/>
                          </a:schemeClr>
                        </a:solidFill>
                        <a:effectLst/>
                      </a:endParaRP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94.70%</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0.2303</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&lt;1s</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300">
                          <a:solidFill>
                            <a:schemeClr val="tx1">
                              <a:lumMod val="75000"/>
                              <a:lumOff val="25000"/>
                            </a:schemeClr>
                          </a:solidFill>
                          <a:effectLst/>
                        </a:rPr>
                        <a:t>Small</a:t>
                      </a:r>
                    </a:p>
                  </a:txBody>
                  <a:tcPr marL="179686" marR="134765" marT="89843" marB="898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7793654"/>
                  </a:ext>
                </a:extLst>
              </a:tr>
            </a:tbl>
          </a:graphicData>
        </a:graphic>
      </p:graphicFrame>
      <p:sp>
        <p:nvSpPr>
          <p:cNvPr id="3" name="Footer Placeholder 2">
            <a:extLst>
              <a:ext uri="{FF2B5EF4-FFF2-40B4-BE49-F238E27FC236}">
                <a16:creationId xmlns:a16="http://schemas.microsoft.com/office/drawing/2014/main" id="{61561028-57D3-6DE1-6354-25584F87161A}"/>
              </a:ext>
            </a:extLst>
          </p:cNvPr>
          <p:cNvSpPr>
            <a:spLocks noGrp="1"/>
          </p:cNvSpPr>
          <p:nvPr>
            <p:ph type="ftr" sz="quarter" idx="11"/>
          </p:nvPr>
        </p:nvSpPr>
        <p:spPr/>
        <p:txBody>
          <a:bodyPr/>
          <a:lstStyle/>
          <a:p>
            <a:r>
              <a:rPr lang="it-IT"/>
              <a:t>DA 231o: Data Engineering at Scale</a:t>
            </a:r>
            <a:endParaRPr lang="en-SG"/>
          </a:p>
        </p:txBody>
      </p:sp>
      <p:sp>
        <p:nvSpPr>
          <p:cNvPr id="4" name="Slide Number Placeholder 3">
            <a:extLst>
              <a:ext uri="{FF2B5EF4-FFF2-40B4-BE49-F238E27FC236}">
                <a16:creationId xmlns:a16="http://schemas.microsoft.com/office/drawing/2014/main" id="{B8F4F0A6-CACC-9937-08A5-827413B86915}"/>
              </a:ext>
            </a:extLst>
          </p:cNvPr>
          <p:cNvSpPr>
            <a:spLocks noGrp="1"/>
          </p:cNvSpPr>
          <p:nvPr>
            <p:ph type="sldNum" sz="quarter" idx="12"/>
          </p:nvPr>
        </p:nvSpPr>
        <p:spPr/>
        <p:txBody>
          <a:bodyPr/>
          <a:lstStyle/>
          <a:p>
            <a:fld id="{BF1758FF-0BF1-4103-A89A-38EC40E85429}" type="slidenum">
              <a:rPr lang="en-SG" smtClean="0"/>
              <a:t>12</a:t>
            </a:fld>
            <a:endParaRPr lang="en-SG"/>
          </a:p>
        </p:txBody>
      </p:sp>
      <p:sp>
        <p:nvSpPr>
          <p:cNvPr id="5" name="Title 4">
            <a:extLst>
              <a:ext uri="{FF2B5EF4-FFF2-40B4-BE49-F238E27FC236}">
                <a16:creationId xmlns:a16="http://schemas.microsoft.com/office/drawing/2014/main" id="{6A1922A8-5A68-8256-D31D-E510226DE077}"/>
              </a:ext>
            </a:extLst>
          </p:cNvPr>
          <p:cNvSpPr>
            <a:spLocks noGrp="1"/>
          </p:cNvSpPr>
          <p:nvPr>
            <p:ph type="title" idx="4294967295"/>
          </p:nvPr>
        </p:nvSpPr>
        <p:spPr>
          <a:xfrm>
            <a:off x="523876" y="18157"/>
            <a:ext cx="11229975" cy="685932"/>
          </a:xfrm>
        </p:spPr>
        <p:txBody>
          <a:bodyPr/>
          <a:lstStyle/>
          <a:p>
            <a:pPr algn="ctr"/>
            <a:r>
              <a:rPr lang="en-US" sz="3200" b="1" dirty="0">
                <a:solidFill>
                  <a:schemeClr val="tx1">
                    <a:lumMod val="75000"/>
                    <a:lumOff val="25000"/>
                  </a:schemeClr>
                </a:solidFill>
              </a:rPr>
              <a:t>Model Interpretation</a:t>
            </a:r>
            <a:endParaRPr lang="en-US" sz="3200" dirty="0"/>
          </a:p>
        </p:txBody>
      </p:sp>
      <p:sp>
        <p:nvSpPr>
          <p:cNvPr id="9" name="TextBox 8">
            <a:extLst>
              <a:ext uri="{FF2B5EF4-FFF2-40B4-BE49-F238E27FC236}">
                <a16:creationId xmlns:a16="http://schemas.microsoft.com/office/drawing/2014/main" id="{AD1B489F-DE23-CE1B-58E6-9780EA1C8FF3}"/>
              </a:ext>
            </a:extLst>
          </p:cNvPr>
          <p:cNvSpPr txBox="1"/>
          <p:nvPr/>
        </p:nvSpPr>
        <p:spPr>
          <a:xfrm>
            <a:off x="606582" y="969346"/>
            <a:ext cx="10095339" cy="3385542"/>
          </a:xfrm>
          <a:prstGeom prst="rect">
            <a:avLst/>
          </a:prstGeom>
          <a:noFill/>
        </p:spPr>
        <p:txBody>
          <a:bodyPr wrap="square">
            <a:spAutoFit/>
          </a:bodyPr>
          <a:lstStyle/>
          <a:p>
            <a:pPr algn="l">
              <a:spcAft>
                <a:spcPts val="1200"/>
              </a:spcAft>
              <a:buNone/>
            </a:pPr>
            <a:r>
              <a:rPr lang="en-IN" b="1" i="0" err="1">
                <a:effectLst/>
                <a:latin typeface="-apple-system"/>
              </a:rPr>
              <a:t>RandomForest</a:t>
            </a:r>
            <a:r>
              <a:rPr lang="en-IN" b="1" i="0">
                <a:effectLst/>
                <a:latin typeface="-apple-system"/>
              </a:rPr>
              <a:t> - Best Overall Performance:</a:t>
            </a:r>
            <a:endParaRPr lang="en-IN" b="0" i="0">
              <a:effectLst/>
              <a:latin typeface="-apple-system"/>
            </a:endParaRPr>
          </a:p>
          <a:p>
            <a:pPr algn="l">
              <a:spcAft>
                <a:spcPts val="1200"/>
              </a:spcAft>
              <a:buFont typeface="Arial" panose="020B0604020202020204" pitchFamily="34" charset="0"/>
              <a:buChar char="•"/>
            </a:pPr>
            <a:r>
              <a:rPr lang="en-IN" b="0" i="0">
                <a:effectLst/>
                <a:latin typeface="-apple-system"/>
              </a:rPr>
              <a:t>95.57% accuracy means ~44,000 correct predictions on 45,000 test rides</a:t>
            </a:r>
          </a:p>
          <a:p>
            <a:pPr algn="l">
              <a:spcAft>
                <a:spcPts val="1200"/>
              </a:spcAft>
              <a:buFont typeface="Arial" panose="020B0604020202020204" pitchFamily="34" charset="0"/>
              <a:buChar char="•"/>
            </a:pPr>
            <a:r>
              <a:rPr lang="en-IN" b="0" i="0">
                <a:effectLst/>
                <a:latin typeface="-apple-system"/>
              </a:rPr>
              <a:t>RMSE 0.2104 indicates average prediction error of 21%</a:t>
            </a:r>
          </a:p>
          <a:p>
            <a:pPr algn="l">
              <a:spcAft>
                <a:spcPts val="1200"/>
              </a:spcAft>
              <a:buFont typeface="Arial" panose="020B0604020202020204" pitchFamily="34" charset="0"/>
              <a:buChar char="•"/>
            </a:pPr>
            <a:r>
              <a:rPr lang="en-IN" b="0" i="0">
                <a:effectLst/>
                <a:latin typeface="-apple-system"/>
              </a:rPr>
              <a:t>Strong balance between accuracy and generalization</a:t>
            </a:r>
          </a:p>
          <a:p>
            <a:pPr algn="l">
              <a:spcAft>
                <a:spcPts val="1200"/>
              </a:spcAft>
              <a:buNone/>
            </a:pPr>
            <a:r>
              <a:rPr lang="en-IN" b="1" i="0">
                <a:effectLst/>
                <a:latin typeface="-apple-system"/>
              </a:rPr>
              <a:t>Why </a:t>
            </a:r>
            <a:r>
              <a:rPr lang="en-IN" b="1" i="0" err="1">
                <a:effectLst/>
                <a:latin typeface="-apple-system"/>
              </a:rPr>
              <a:t>RandomForest</a:t>
            </a:r>
            <a:r>
              <a:rPr lang="en-IN" b="1" i="0">
                <a:effectLst/>
                <a:latin typeface="-apple-system"/>
              </a:rPr>
              <a:t> Won:</a:t>
            </a:r>
            <a:endParaRPr lang="en-IN" b="0" i="0">
              <a:effectLst/>
              <a:latin typeface="-apple-system"/>
            </a:endParaRPr>
          </a:p>
          <a:p>
            <a:pPr algn="l">
              <a:spcAft>
                <a:spcPts val="1200"/>
              </a:spcAft>
              <a:buFont typeface="+mj-lt"/>
              <a:buAutoNum type="arabicPeriod"/>
            </a:pPr>
            <a:r>
              <a:rPr lang="en-IN" b="0" i="0">
                <a:effectLst/>
                <a:latin typeface="-apple-system"/>
              </a:rPr>
              <a:t>Handles feature interactions (e.g., Vehicle Type + Pickup Location)</a:t>
            </a:r>
          </a:p>
          <a:p>
            <a:pPr algn="l">
              <a:spcAft>
                <a:spcPts val="1200"/>
              </a:spcAft>
              <a:buFont typeface="+mj-lt"/>
              <a:buAutoNum type="arabicPeriod"/>
            </a:pPr>
            <a:r>
              <a:rPr lang="en-IN" b="0" i="0">
                <a:effectLst/>
                <a:latin typeface="-apple-system"/>
              </a:rPr>
              <a:t>Robust to the ~176 unique location categories</a:t>
            </a:r>
          </a:p>
          <a:p>
            <a:pPr algn="l">
              <a:spcAft>
                <a:spcPts val="1200"/>
              </a:spcAft>
              <a:buFont typeface="+mj-lt"/>
              <a:buAutoNum type="arabicPeriod"/>
            </a:pPr>
            <a:r>
              <a:rPr lang="en-IN" b="0" i="0">
                <a:effectLst/>
                <a:latin typeface="-apple-system"/>
              </a:rPr>
              <a:t>Naturally handles class imbalance (62% completed vs 38% not completed)</a:t>
            </a:r>
          </a:p>
        </p:txBody>
      </p:sp>
    </p:spTree>
    <p:extLst>
      <p:ext uri="{BB962C8B-B14F-4D97-AF65-F5344CB8AC3E}">
        <p14:creationId xmlns:p14="http://schemas.microsoft.com/office/powerpoint/2010/main" val="3524023554"/>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DFEF42-B751-FBCF-C80E-DCA5C3971B6F}"/>
              </a:ext>
            </a:extLst>
          </p:cNvPr>
          <p:cNvSpPr>
            <a:spLocks noGrp="1"/>
          </p:cNvSpPr>
          <p:nvPr>
            <p:ph idx="1"/>
          </p:nvPr>
        </p:nvSpPr>
        <p:spPr>
          <a:xfrm>
            <a:off x="670590" y="844690"/>
            <a:ext cx="11271565" cy="5257800"/>
          </a:xfrm>
        </p:spPr>
        <p:txBody>
          <a:bodyPr vert="horz" lIns="0" tIns="45720" rIns="0" bIns="45720" rtlCol="0" anchor="t">
            <a:normAutofit/>
          </a:bodyPr>
          <a:lstStyle/>
          <a:p>
            <a:pPr marL="215900" indent="-215900">
              <a:defRPr sz="1800">
                <a:solidFill>
                  <a:srgbClr val="323232"/>
                </a:solidFill>
              </a:defRPr>
            </a:pPr>
            <a:r>
              <a:rPr lang="en-US">
                <a:latin typeface="Graphik Regular"/>
              </a:rPr>
              <a:t>Deploy more drivers during peak hours (7-9 AM, 5-8 PM)</a:t>
            </a:r>
          </a:p>
          <a:p>
            <a:pPr marL="215900" indent="-215900">
              <a:defRPr sz="1800">
                <a:solidFill>
                  <a:srgbClr val="323232"/>
                </a:solidFill>
              </a:defRPr>
            </a:pPr>
            <a:r>
              <a:rPr lang="en-US">
                <a:latin typeface="Graphik Regular"/>
              </a:rPr>
              <a:t>Focus on high cancellation pickup locations</a:t>
            </a:r>
          </a:p>
          <a:p>
            <a:pPr marL="215900" indent="-215900">
              <a:defRPr sz="1800">
                <a:solidFill>
                  <a:srgbClr val="323232"/>
                </a:solidFill>
              </a:defRPr>
            </a:pPr>
            <a:r>
              <a:rPr lang="en-US">
                <a:latin typeface="Graphik Regular"/>
              </a:rPr>
              <a:t>Balance vehicle type availability by demand patterns</a:t>
            </a:r>
          </a:p>
          <a:p>
            <a:pPr marL="215900" indent="-215900">
              <a:defRPr sz="1800">
                <a:solidFill>
                  <a:srgbClr val="323232"/>
                </a:solidFill>
              </a:defRPr>
            </a:pPr>
            <a:r>
              <a:rPr lang="en-US">
                <a:latin typeface="Graphik Regular"/>
              </a:rPr>
              <a:t>Reduce wait times (primary cancellation reason)</a:t>
            </a:r>
          </a:p>
          <a:p>
            <a:pPr marL="215900" indent="-215900">
              <a:defRPr sz="1800">
                <a:solidFill>
                  <a:srgbClr val="323232"/>
                </a:solidFill>
              </a:defRPr>
            </a:pPr>
            <a:r>
              <a:rPr lang="en-US">
                <a:latin typeface="Graphik Regular"/>
              </a:rPr>
              <a:t>Implement dynamic pricing alerts</a:t>
            </a:r>
          </a:p>
          <a:p>
            <a:pPr marL="215900" indent="-215900">
              <a:defRPr sz="1800">
                <a:solidFill>
                  <a:srgbClr val="323232"/>
                </a:solidFill>
              </a:defRPr>
            </a:pPr>
            <a:r>
              <a:rPr lang="en-US">
                <a:latin typeface="Graphik Regular"/>
              </a:rPr>
              <a:t>Proactive ETA updates to reduce cancellations</a:t>
            </a:r>
          </a:p>
          <a:p>
            <a:pPr marL="215900" indent="-215900">
              <a:defRPr sz="1800">
                <a:solidFill>
                  <a:srgbClr val="323232"/>
                </a:solidFill>
              </a:defRPr>
            </a:pPr>
            <a:r>
              <a:rPr lang="en-US">
                <a:latin typeface="Graphik Regular"/>
              </a:rPr>
              <a:t>Use 95.57% accurate model to identify "at-risk" bookings</a:t>
            </a:r>
          </a:p>
          <a:p>
            <a:pPr marL="215900" indent="-215900">
              <a:defRPr sz="1800">
                <a:solidFill>
                  <a:srgbClr val="323232"/>
                </a:solidFill>
              </a:defRPr>
            </a:pPr>
            <a:r>
              <a:rPr lang="en-US">
                <a:latin typeface="Graphik Regular"/>
              </a:rPr>
              <a:t>Driver incentives for high-risk rides</a:t>
            </a:r>
          </a:p>
          <a:p>
            <a:pPr marL="215900" indent="-215900">
              <a:defRPr sz="1800">
                <a:solidFill>
                  <a:srgbClr val="323232"/>
                </a:solidFill>
              </a:defRPr>
            </a:pPr>
            <a:r>
              <a:rPr lang="en-US">
                <a:latin typeface="Graphik Regular"/>
              </a:rPr>
              <a:t>Target premium hours (late night) with better driver coverage</a:t>
            </a:r>
          </a:p>
          <a:p>
            <a:pPr marL="215900" indent="-215900">
              <a:defRPr sz="1800">
                <a:solidFill>
                  <a:srgbClr val="323232"/>
                </a:solidFill>
              </a:defRPr>
            </a:pPr>
            <a:r>
              <a:rPr lang="en-US">
                <a:latin typeface="Graphik Regular"/>
              </a:rPr>
              <a:t>Optimize vehicle mix based on demand patterns</a:t>
            </a:r>
          </a:p>
          <a:p>
            <a:pPr marL="215900" indent="-215900">
              <a:defRPr sz="1800">
                <a:solidFill>
                  <a:srgbClr val="323232"/>
                </a:solidFill>
              </a:defRPr>
            </a:pPr>
            <a:r>
              <a:rPr lang="en-US">
                <a:latin typeface="Graphik Regular"/>
              </a:rPr>
              <a:t>Reduce cancellation related revenue loss</a:t>
            </a:r>
          </a:p>
          <a:p>
            <a:pPr marL="215900" indent="-215900"/>
            <a:endParaRPr lang="en-US"/>
          </a:p>
        </p:txBody>
      </p:sp>
      <p:sp>
        <p:nvSpPr>
          <p:cNvPr id="3" name="Footer Placeholder 2">
            <a:extLst>
              <a:ext uri="{FF2B5EF4-FFF2-40B4-BE49-F238E27FC236}">
                <a16:creationId xmlns:a16="http://schemas.microsoft.com/office/drawing/2014/main" id="{BA66B2E8-4AB7-8CBF-5573-DB8F9DD0827A}"/>
              </a:ext>
            </a:extLst>
          </p:cNvPr>
          <p:cNvSpPr>
            <a:spLocks noGrp="1"/>
          </p:cNvSpPr>
          <p:nvPr>
            <p:ph type="ftr" sz="quarter" idx="11"/>
          </p:nvPr>
        </p:nvSpPr>
        <p:spPr/>
        <p:txBody>
          <a:bodyPr/>
          <a:lstStyle/>
          <a:p>
            <a:r>
              <a:rPr lang="it-IT"/>
              <a:t>DA 231o: Data Engineering at Scale</a:t>
            </a:r>
            <a:endParaRPr lang="en-SG"/>
          </a:p>
        </p:txBody>
      </p:sp>
      <p:sp>
        <p:nvSpPr>
          <p:cNvPr id="4" name="Slide Number Placeholder 3">
            <a:extLst>
              <a:ext uri="{FF2B5EF4-FFF2-40B4-BE49-F238E27FC236}">
                <a16:creationId xmlns:a16="http://schemas.microsoft.com/office/drawing/2014/main" id="{6E4FF5F6-8620-5A8E-4C89-B147ABE65E33}"/>
              </a:ext>
            </a:extLst>
          </p:cNvPr>
          <p:cNvSpPr>
            <a:spLocks noGrp="1"/>
          </p:cNvSpPr>
          <p:nvPr>
            <p:ph type="sldNum" sz="quarter" idx="12"/>
          </p:nvPr>
        </p:nvSpPr>
        <p:spPr/>
        <p:txBody>
          <a:bodyPr/>
          <a:lstStyle/>
          <a:p>
            <a:fld id="{BF1758FF-0BF1-4103-A89A-38EC40E85429}" type="slidenum">
              <a:rPr lang="en-SG" smtClean="0"/>
              <a:t>13</a:t>
            </a:fld>
            <a:endParaRPr lang="en-SG"/>
          </a:p>
        </p:txBody>
      </p:sp>
      <p:sp>
        <p:nvSpPr>
          <p:cNvPr id="5" name="Title 4">
            <a:extLst>
              <a:ext uri="{FF2B5EF4-FFF2-40B4-BE49-F238E27FC236}">
                <a16:creationId xmlns:a16="http://schemas.microsoft.com/office/drawing/2014/main" id="{F65DAD83-4F1A-4356-C81C-006DAF5A7252}"/>
              </a:ext>
            </a:extLst>
          </p:cNvPr>
          <p:cNvSpPr>
            <a:spLocks noGrp="1"/>
          </p:cNvSpPr>
          <p:nvPr>
            <p:ph type="title" idx="4294967295"/>
          </p:nvPr>
        </p:nvSpPr>
        <p:spPr>
          <a:xfrm>
            <a:off x="503080" y="182506"/>
            <a:ext cx="11229975" cy="485005"/>
          </a:xfrm>
        </p:spPr>
        <p:txBody>
          <a:bodyPr/>
          <a:lstStyle/>
          <a:p>
            <a:pPr algn="ctr"/>
            <a:r>
              <a:rPr lang="en-US" sz="2800" b="1" dirty="0">
                <a:solidFill>
                  <a:schemeClr val="tx1"/>
                </a:solidFill>
              </a:rPr>
              <a:t>Business Insights and Recommendation</a:t>
            </a:r>
          </a:p>
        </p:txBody>
      </p:sp>
    </p:spTree>
    <p:extLst>
      <p:ext uri="{BB962C8B-B14F-4D97-AF65-F5344CB8AC3E}">
        <p14:creationId xmlns:p14="http://schemas.microsoft.com/office/powerpoint/2010/main" val="13657720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7A8A5-9051-C060-911D-7911CAD79ABE}"/>
              </a:ext>
            </a:extLst>
          </p:cNvPr>
          <p:cNvSpPr>
            <a:spLocks noGrp="1"/>
          </p:cNvSpPr>
          <p:nvPr>
            <p:ph type="title"/>
          </p:nvPr>
        </p:nvSpPr>
        <p:spPr>
          <a:xfrm>
            <a:off x="3313568" y="2434961"/>
            <a:ext cx="5459239" cy="994039"/>
          </a:xfrm>
        </p:spPr>
        <p:txBody>
          <a:bodyPr>
            <a:normAutofit fontScale="90000"/>
          </a:bodyPr>
          <a:lstStyle/>
          <a:p>
            <a:pPr algn="ctr"/>
            <a:r>
              <a:rPr lang="en-IN"/>
              <a:t>Demo </a:t>
            </a:r>
            <a:br>
              <a:rPr lang="en-IN"/>
            </a:br>
            <a:r>
              <a:rPr lang="en-IN"/>
              <a:t>(followed by Q&amp;A)</a:t>
            </a:r>
          </a:p>
        </p:txBody>
      </p:sp>
      <p:sp>
        <p:nvSpPr>
          <p:cNvPr id="3" name="Footer Placeholder 2">
            <a:extLst>
              <a:ext uri="{FF2B5EF4-FFF2-40B4-BE49-F238E27FC236}">
                <a16:creationId xmlns:a16="http://schemas.microsoft.com/office/drawing/2014/main" id="{17EFE15C-F185-9466-EE31-B53DD36705C0}"/>
              </a:ext>
            </a:extLst>
          </p:cNvPr>
          <p:cNvSpPr>
            <a:spLocks noGrp="1"/>
          </p:cNvSpPr>
          <p:nvPr>
            <p:ph type="ftr" sz="quarter" idx="11"/>
          </p:nvPr>
        </p:nvSpPr>
        <p:spPr/>
        <p:txBody>
          <a:bodyPr/>
          <a:lstStyle/>
          <a:p>
            <a:r>
              <a:rPr lang="it-IT"/>
              <a:t>DA 231o: Data Engineering at Scale</a:t>
            </a:r>
            <a:endParaRPr lang="en-SG"/>
          </a:p>
        </p:txBody>
      </p:sp>
      <p:sp>
        <p:nvSpPr>
          <p:cNvPr id="4" name="Slide Number Placeholder 3">
            <a:extLst>
              <a:ext uri="{FF2B5EF4-FFF2-40B4-BE49-F238E27FC236}">
                <a16:creationId xmlns:a16="http://schemas.microsoft.com/office/drawing/2014/main" id="{E9D4AFC8-E878-A91F-1A9D-E93233BF52C2}"/>
              </a:ext>
            </a:extLst>
          </p:cNvPr>
          <p:cNvSpPr>
            <a:spLocks noGrp="1"/>
          </p:cNvSpPr>
          <p:nvPr>
            <p:ph type="sldNum" sz="quarter" idx="12"/>
          </p:nvPr>
        </p:nvSpPr>
        <p:spPr/>
        <p:txBody>
          <a:bodyPr/>
          <a:lstStyle/>
          <a:p>
            <a:fld id="{BF1758FF-0BF1-4103-A89A-38EC40E85429}" type="slidenum">
              <a:rPr lang="en-SG" smtClean="0"/>
              <a:t>14</a:t>
            </a:fld>
            <a:endParaRPr lang="en-SG"/>
          </a:p>
        </p:txBody>
      </p:sp>
    </p:spTree>
    <p:extLst>
      <p:ext uri="{BB962C8B-B14F-4D97-AF65-F5344CB8AC3E}">
        <p14:creationId xmlns:p14="http://schemas.microsoft.com/office/powerpoint/2010/main" val="1311100985"/>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Retrospect">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themeOverride>
</file>

<file path=ppt/theme/themeOverride2.xml><?xml version="1.0" encoding="utf-8"?>
<a:themeOverride xmlns:a="http://schemas.openxmlformats.org/drawingml/2006/main">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B83135591EE7B4E9CE8953A9769B5AA" ma:contentTypeVersion="12" ma:contentTypeDescription="Create a new document." ma:contentTypeScope="" ma:versionID="afb94ed0df6a5bee95e9e8580897838e">
  <xsd:schema xmlns:xsd="http://www.w3.org/2001/XMLSchema" xmlns:xs="http://www.w3.org/2001/XMLSchema" xmlns:p="http://schemas.microsoft.com/office/2006/metadata/properties" xmlns:ns2="b7c451f6-4087-4943-817c-671de9753aab" xmlns:ns3="74614dcc-efbe-4eda-b10f-2861d891d30c" targetNamespace="http://schemas.microsoft.com/office/2006/metadata/properties" ma:root="true" ma:fieldsID="4255e306cc058a65fd4c867a9bd11979" ns2:_="" ns3:_="">
    <xsd:import namespace="b7c451f6-4087-4943-817c-671de9753aab"/>
    <xsd:import namespace="74614dcc-efbe-4eda-b10f-2861d891d30c"/>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7c451f6-4087-4943-817c-671de9753a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eae8b99-2390-486d-8259-3a0fa5120465"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4614dcc-efbe-4eda-b10f-2861d891d30c"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85ff3b26-431b-4afd-a3ac-de5f0170074b}" ma:internalName="TaxCatchAll" ma:showField="CatchAllData" ma:web="74614dcc-efbe-4eda-b10f-2861d891d30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F114682-BC25-4105-89B6-5A10279B5AF2}">
  <ds:schemaRefs>
    <ds:schemaRef ds:uri="http://schemas.microsoft.com/sharepoint/v3/contenttype/forms"/>
  </ds:schemaRefs>
</ds:datastoreItem>
</file>

<file path=customXml/itemProps2.xml><?xml version="1.0" encoding="utf-8"?>
<ds:datastoreItem xmlns:ds="http://schemas.openxmlformats.org/officeDocument/2006/customXml" ds:itemID="{3EFFC100-CD6E-40CC-858F-9DDB4630395F}">
  <ds:schemaRefs>
    <ds:schemaRef ds:uri="74614dcc-efbe-4eda-b10f-2861d891d30c"/>
    <ds:schemaRef ds:uri="b7c451f6-4087-4943-817c-671de9753aa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1258</Words>
  <Application>Microsoft Office PowerPoint</Application>
  <PresentationFormat>Widescreen</PresentationFormat>
  <Paragraphs>223</Paragraphs>
  <Slides>14</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14</vt:i4>
      </vt:variant>
    </vt:vector>
  </HeadingPairs>
  <TitlesOfParts>
    <vt:vector size="24" baseType="lpstr">
      <vt:lpstr>-apple-system</vt:lpstr>
      <vt:lpstr>Aptos</vt:lpstr>
      <vt:lpstr>Arial</vt:lpstr>
      <vt:lpstr>Calibri</vt:lpstr>
      <vt:lpstr>Graphik Light</vt:lpstr>
      <vt:lpstr>Graphik Regular</vt:lpstr>
      <vt:lpstr>Graphik Semibold</vt:lpstr>
      <vt:lpstr>Graphik Thin</vt:lpstr>
      <vt:lpstr>Times New Roman</vt:lpstr>
      <vt:lpstr>Retrospect</vt:lpstr>
      <vt:lpstr>DA 231o: Data Engineering at Scale Course Project Presentation  Customer Satisfaction for Transport Service Application – UBER</vt:lpstr>
      <vt:lpstr>PowerPoint Presentation</vt:lpstr>
      <vt:lpstr>Data Exploration</vt:lpstr>
      <vt:lpstr>Data Collection &amp; Feature Engineering</vt:lpstr>
      <vt:lpstr>Exploratory Data Analysis (EDA)</vt:lpstr>
      <vt:lpstr>PowerPoint Presentation</vt:lpstr>
      <vt:lpstr>Data Leakage Identification &amp; Resolution , Final Feature Set</vt:lpstr>
      <vt:lpstr>Model Selection Rationale</vt:lpstr>
      <vt:lpstr>Model Selection Rationale</vt:lpstr>
      <vt:lpstr>Pipeline Architecture</vt:lpstr>
      <vt:lpstr>Scalability – Performance with Big Data</vt:lpstr>
      <vt:lpstr>Model Interpretation</vt:lpstr>
      <vt:lpstr>Business Insights and Recommendation</vt:lpstr>
      <vt:lpstr>Demo  (followed by 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Pandarasamy Arjunan</dc:creator>
  <cp:lastModifiedBy>Umesh Bp</cp:lastModifiedBy>
  <cp:revision>2</cp:revision>
  <dcterms:created xsi:type="dcterms:W3CDTF">2023-08-01T07:21:01Z</dcterms:created>
  <dcterms:modified xsi:type="dcterms:W3CDTF">2025-11-27T16:47:45Z</dcterms:modified>
</cp:coreProperties>
</file>